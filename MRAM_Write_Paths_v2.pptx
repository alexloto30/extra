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05" r:id="rId4"/>
    <p:sldMasterId id="2147483657" r:id="rId5"/>
  </p:sldMasterIdLst>
  <p:notesMasterIdLst>
    <p:notesMasterId r:id="rId8"/>
  </p:notesMasterIdLst>
  <p:handoutMasterIdLst>
    <p:handoutMasterId r:id="rId9"/>
  </p:handoutMasterIdLst>
  <p:sldIdLst>
    <p:sldId id="256" r:id="rId7"/>
    <p:sldId id="257" r:id="rId6"/>
    <p:sldId id="258" r:id="rId16"/>
    <p:sldId id="259" r:id="rId17"/>
  </p:sldIdLst>
  <p:sldSz cx="12192000" cy="6858000"/>
  <p:notesSz cx="7315200" cy="9601200"/>
  <p:custDataLst>
    <p:tags r:id="rId10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4BC7EBC-572D-43FC-B63F-06CA00DDCA02}">
          <p14:sldIdLst>
            <p14:sldId id="712"/>
            <p14:sldId id="102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onnie Glendinning" initials="" lastIdx="12" clrIdx="0"/>
  <p:cmAuthor id="1" name="Xuewei Wang" initials="XW" lastIdx="16" clrIdx="1">
    <p:extLst>
      <p:ext uri="{19B8F6BF-5375-455C-9EA6-DF929625EA0E}">
        <p15:presenceInfo xmlns:p15="http://schemas.microsoft.com/office/powerpoint/2012/main" userId="S::xuewei.wang@nxp.com::04cdc431-2290-4904-95c2-3726414025c1" providerId="AD"/>
      </p:ext>
    </p:extLst>
  </p:cmAuthor>
  <p:cmAuthor id="2" name="Yi Yang" initials="YY" lastIdx="3" clrIdx="2">
    <p:extLst>
      <p:ext uri="{19B8F6BF-5375-455C-9EA6-DF929625EA0E}">
        <p15:presenceInfo xmlns:p15="http://schemas.microsoft.com/office/powerpoint/2012/main" userId="S::crisno.yang@nxp.com::4a3f1ebe-7f86-407b-a9b0-e2d10e10c2c6" providerId="AD"/>
      </p:ext>
    </p:extLst>
  </p:cmAuthor>
  <p:cmAuthor id="3" name="Loredan Bucur" initials="LB" lastIdx="8" clrIdx="3">
    <p:extLst>
      <p:ext uri="{19B8F6BF-5375-455C-9EA6-DF929625EA0E}">
        <p15:presenceInfo xmlns:p15="http://schemas.microsoft.com/office/powerpoint/2012/main" userId="S::loredan.bucur@nxp.com::7344b7ee-9acc-469e-8dae-6966b9b656f9" providerId="AD"/>
      </p:ext>
    </p:extLst>
  </p:cmAuthor>
  <p:cmAuthor id="4" name="Nam Tran Duc" initials="ND" lastIdx="2" clrIdx="4">
    <p:extLst>
      <p:ext uri="{19B8F6BF-5375-455C-9EA6-DF929625EA0E}">
        <p15:presenceInfo xmlns:p15="http://schemas.microsoft.com/office/powerpoint/2012/main" userId="S::nam.tranduc@nxp.com::b6d64a04-b7f1-4dae-b471-901c5dd55ec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0000"/>
    <a:srgbClr val="FF3300"/>
    <a:srgbClr val="FFE59A"/>
    <a:srgbClr val="537F9F"/>
    <a:srgbClr val="34ACDE"/>
    <a:srgbClr val="F3540D"/>
    <a:srgbClr val="6666FF"/>
    <a:srgbClr val="CBD3E7"/>
    <a:srgbClr val="54933E"/>
    <a:srgbClr val="EFF0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96" autoAdjust="0"/>
    <p:restoredTop sz="94660"/>
  </p:normalViewPr>
  <p:slideViewPr>
    <p:cSldViewPr snapToGrid="0">
      <p:cViewPr varScale="1">
        <p:scale>
          <a:sx n="78" d="100"/>
          <a:sy n="78" d="100"/>
        </p:scale>
        <p:origin x="98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tags" Target="tags/tag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3.xml"/><Relationship Id="rId17" Type="http://schemas.openxmlformats.org/officeDocument/2006/relationships/slide" Target="slides/slide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250300" y="9239448"/>
            <a:ext cx="2347414" cy="272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 algn="l"/>
            <a:fld id="{FF589425-449D-4D80-B16A-0FCA3F0B391A}" type="datetime9">
              <a:rPr lang="en-US" sz="900"/>
              <a:pPr algn="l"/>
              <a:t>10/1/2026 3:35:06 AM</a:t>
            </a:fld>
            <a:endParaRPr lang="en-US" sz="900"/>
          </a:p>
        </p:txBody>
      </p:sp>
      <p:sp>
        <p:nvSpPr>
          <p:cNvPr id="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52493" y="9239448"/>
            <a:ext cx="3797807" cy="272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en-US" sz="900" cap="all"/>
              <a:t>INTERNAL PROPRIETARY, </a:t>
            </a:r>
            <a:r>
              <a:rPr lang="en-US" sz="900"/>
              <a:t>© NXP</a:t>
            </a:r>
          </a:p>
        </p:txBody>
      </p:sp>
      <p:sp>
        <p:nvSpPr>
          <p:cNvPr id="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0464" y="9017036"/>
            <a:ext cx="41620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B1A579D-3553-4F33-9067-7E7231905C3B}" type="slidenum">
              <a:rPr lang="en-US" sz="1000"/>
              <a:pPr/>
              <a:t>‹#›</a:t>
            </a:fld>
            <a:endParaRPr lang="en-US" sz="1000"/>
          </a:p>
        </p:txBody>
      </p:sp>
      <p:grpSp>
        <p:nvGrpSpPr>
          <p:cNvPr id="22" name="Group 21"/>
          <p:cNvGrpSpPr/>
          <p:nvPr/>
        </p:nvGrpSpPr>
        <p:grpSpPr>
          <a:xfrm>
            <a:off x="6536576" y="9239119"/>
            <a:ext cx="516353" cy="185990"/>
            <a:chOff x="271463" y="2852738"/>
            <a:chExt cx="3190876" cy="1149350"/>
          </a:xfrm>
        </p:grpSpPr>
        <p:sp>
          <p:nvSpPr>
            <p:cNvPr id="23" name="Freeform 6"/>
            <p:cNvSpPr>
              <a:spLocks/>
            </p:cNvSpPr>
            <p:nvPr/>
          </p:nvSpPr>
          <p:spPr bwMode="auto">
            <a:xfrm>
              <a:off x="1577976" y="2852738"/>
              <a:ext cx="609600" cy="1149350"/>
            </a:xfrm>
            <a:custGeom>
              <a:avLst/>
              <a:gdLst>
                <a:gd name="T0" fmla="*/ 0 w 384"/>
                <a:gd name="T1" fmla="*/ 0 h 724"/>
                <a:gd name="T2" fmla="*/ 41 w 384"/>
                <a:gd name="T3" fmla="*/ 0 h 724"/>
                <a:gd name="T4" fmla="*/ 192 w 384"/>
                <a:gd name="T5" fmla="*/ 241 h 724"/>
                <a:gd name="T6" fmla="*/ 341 w 384"/>
                <a:gd name="T7" fmla="*/ 0 h 724"/>
                <a:gd name="T8" fmla="*/ 382 w 384"/>
                <a:gd name="T9" fmla="*/ 0 h 724"/>
                <a:gd name="T10" fmla="*/ 382 w 384"/>
                <a:gd name="T11" fmla="*/ 723 h 724"/>
                <a:gd name="T12" fmla="*/ 384 w 384"/>
                <a:gd name="T13" fmla="*/ 724 h 724"/>
                <a:gd name="T14" fmla="*/ 341 w 384"/>
                <a:gd name="T15" fmla="*/ 724 h 724"/>
                <a:gd name="T16" fmla="*/ 192 w 384"/>
                <a:gd name="T17" fmla="*/ 483 h 724"/>
                <a:gd name="T18" fmla="*/ 41 w 384"/>
                <a:gd name="T19" fmla="*/ 724 h 724"/>
                <a:gd name="T20" fmla="*/ 0 w 384"/>
                <a:gd name="T21" fmla="*/ 724 h 724"/>
                <a:gd name="T22" fmla="*/ 0 w 384"/>
                <a:gd name="T2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84" h="724">
                  <a:moveTo>
                    <a:pt x="0" y="0"/>
                  </a:moveTo>
                  <a:lnTo>
                    <a:pt x="41" y="0"/>
                  </a:lnTo>
                  <a:lnTo>
                    <a:pt x="192" y="241"/>
                  </a:lnTo>
                  <a:lnTo>
                    <a:pt x="341" y="0"/>
                  </a:lnTo>
                  <a:lnTo>
                    <a:pt x="382" y="0"/>
                  </a:lnTo>
                  <a:lnTo>
                    <a:pt x="382" y="723"/>
                  </a:lnTo>
                  <a:lnTo>
                    <a:pt x="384" y="724"/>
                  </a:lnTo>
                  <a:lnTo>
                    <a:pt x="341" y="724"/>
                  </a:lnTo>
                  <a:lnTo>
                    <a:pt x="192" y="483"/>
                  </a:lnTo>
                  <a:lnTo>
                    <a:pt x="41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DB2D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7"/>
            <p:cNvSpPr>
              <a:spLocks/>
            </p:cNvSpPr>
            <p:nvPr/>
          </p:nvSpPr>
          <p:spPr bwMode="auto">
            <a:xfrm>
              <a:off x="1225551" y="2852738"/>
              <a:ext cx="352425" cy="1149350"/>
            </a:xfrm>
            <a:custGeom>
              <a:avLst/>
              <a:gdLst>
                <a:gd name="T0" fmla="*/ 0 w 222"/>
                <a:gd name="T1" fmla="*/ 0 h 724"/>
                <a:gd name="T2" fmla="*/ 222 w 222"/>
                <a:gd name="T3" fmla="*/ 0 h 724"/>
                <a:gd name="T4" fmla="*/ 222 w 222"/>
                <a:gd name="T5" fmla="*/ 724 h 724"/>
                <a:gd name="T6" fmla="*/ 0 w 222"/>
                <a:gd name="T7" fmla="*/ 724 h 724"/>
                <a:gd name="T8" fmla="*/ 222 w 222"/>
                <a:gd name="T9" fmla="*/ 361 h 724"/>
                <a:gd name="T10" fmla="*/ 0 w 222"/>
                <a:gd name="T1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2" h="724">
                  <a:moveTo>
                    <a:pt x="0" y="0"/>
                  </a:moveTo>
                  <a:lnTo>
                    <a:pt x="222" y="0"/>
                  </a:lnTo>
                  <a:lnTo>
                    <a:pt x="222" y="724"/>
                  </a:lnTo>
                  <a:lnTo>
                    <a:pt x="0" y="724"/>
                  </a:lnTo>
                  <a:lnTo>
                    <a:pt x="222" y="3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5843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8"/>
            <p:cNvSpPr>
              <a:spLocks/>
            </p:cNvSpPr>
            <p:nvPr/>
          </p:nvSpPr>
          <p:spPr bwMode="auto">
            <a:xfrm>
              <a:off x="2184401" y="2852738"/>
              <a:ext cx="354013" cy="1149350"/>
            </a:xfrm>
            <a:custGeom>
              <a:avLst/>
              <a:gdLst>
                <a:gd name="T0" fmla="*/ 0 w 223"/>
                <a:gd name="T1" fmla="*/ 0 h 724"/>
                <a:gd name="T2" fmla="*/ 223 w 223"/>
                <a:gd name="T3" fmla="*/ 0 h 724"/>
                <a:gd name="T4" fmla="*/ 2 w 223"/>
                <a:gd name="T5" fmla="*/ 361 h 724"/>
                <a:gd name="T6" fmla="*/ 223 w 223"/>
                <a:gd name="T7" fmla="*/ 724 h 724"/>
                <a:gd name="T8" fmla="*/ 2 w 223"/>
                <a:gd name="T9" fmla="*/ 724 h 724"/>
                <a:gd name="T10" fmla="*/ 0 w 223"/>
                <a:gd name="T11" fmla="*/ 723 h 724"/>
                <a:gd name="T12" fmla="*/ 0 w 223"/>
                <a:gd name="T1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3" h="724">
                  <a:moveTo>
                    <a:pt x="0" y="0"/>
                  </a:moveTo>
                  <a:lnTo>
                    <a:pt x="223" y="0"/>
                  </a:lnTo>
                  <a:lnTo>
                    <a:pt x="2" y="361"/>
                  </a:lnTo>
                  <a:lnTo>
                    <a:pt x="223" y="724"/>
                  </a:lnTo>
                  <a:lnTo>
                    <a:pt x="2" y="724"/>
                  </a:lnTo>
                  <a:lnTo>
                    <a:pt x="0" y="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983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9"/>
            <p:cNvSpPr>
              <a:spLocks noEditPoints="1"/>
            </p:cNvSpPr>
            <p:nvPr/>
          </p:nvSpPr>
          <p:spPr bwMode="auto">
            <a:xfrm>
              <a:off x="2187576" y="2852738"/>
              <a:ext cx="1274763" cy="1149350"/>
            </a:xfrm>
            <a:custGeom>
              <a:avLst/>
              <a:gdLst>
                <a:gd name="T0" fmla="*/ 221 w 803"/>
                <a:gd name="T1" fmla="*/ 179 h 724"/>
                <a:gd name="T2" fmla="*/ 221 w 803"/>
                <a:gd name="T3" fmla="*/ 383 h 724"/>
                <a:gd name="T4" fmla="*/ 523 w 803"/>
                <a:gd name="T5" fmla="*/ 383 h 724"/>
                <a:gd name="T6" fmla="*/ 543 w 803"/>
                <a:gd name="T7" fmla="*/ 382 h 724"/>
                <a:gd name="T8" fmla="*/ 560 w 803"/>
                <a:gd name="T9" fmla="*/ 374 h 724"/>
                <a:gd name="T10" fmla="*/ 573 w 803"/>
                <a:gd name="T11" fmla="*/ 361 h 724"/>
                <a:gd name="T12" fmla="*/ 583 w 803"/>
                <a:gd name="T13" fmla="*/ 346 h 724"/>
                <a:gd name="T14" fmla="*/ 589 w 803"/>
                <a:gd name="T15" fmla="*/ 329 h 724"/>
                <a:gd name="T16" fmla="*/ 594 w 803"/>
                <a:gd name="T17" fmla="*/ 310 h 724"/>
                <a:gd name="T18" fmla="*/ 596 w 803"/>
                <a:gd name="T19" fmla="*/ 292 h 724"/>
                <a:gd name="T20" fmla="*/ 596 w 803"/>
                <a:gd name="T21" fmla="*/ 256 h 724"/>
                <a:gd name="T22" fmla="*/ 592 w 803"/>
                <a:gd name="T23" fmla="*/ 233 h 724"/>
                <a:gd name="T24" fmla="*/ 586 w 803"/>
                <a:gd name="T25" fmla="*/ 215 h 724"/>
                <a:gd name="T26" fmla="*/ 574 w 803"/>
                <a:gd name="T27" fmla="*/ 200 h 724"/>
                <a:gd name="T28" fmla="*/ 558 w 803"/>
                <a:gd name="T29" fmla="*/ 188 h 724"/>
                <a:gd name="T30" fmla="*/ 533 w 803"/>
                <a:gd name="T31" fmla="*/ 182 h 724"/>
                <a:gd name="T32" fmla="*/ 504 w 803"/>
                <a:gd name="T33" fmla="*/ 179 h 724"/>
                <a:gd name="T34" fmla="*/ 221 w 803"/>
                <a:gd name="T35" fmla="*/ 179 h 724"/>
                <a:gd name="T36" fmla="*/ 221 w 803"/>
                <a:gd name="T37" fmla="*/ 0 h 724"/>
                <a:gd name="T38" fmla="*/ 540 w 803"/>
                <a:gd name="T39" fmla="*/ 0 h 724"/>
                <a:gd name="T40" fmla="*/ 589 w 803"/>
                <a:gd name="T41" fmla="*/ 2 h 724"/>
                <a:gd name="T42" fmla="*/ 633 w 803"/>
                <a:gd name="T43" fmla="*/ 8 h 724"/>
                <a:gd name="T44" fmla="*/ 670 w 803"/>
                <a:gd name="T45" fmla="*/ 18 h 724"/>
                <a:gd name="T46" fmla="*/ 702 w 803"/>
                <a:gd name="T47" fmla="*/ 33 h 724"/>
                <a:gd name="T48" fmla="*/ 729 w 803"/>
                <a:gd name="T49" fmla="*/ 49 h 724"/>
                <a:gd name="T50" fmla="*/ 750 w 803"/>
                <a:gd name="T51" fmla="*/ 70 h 724"/>
                <a:gd name="T52" fmla="*/ 768 w 803"/>
                <a:gd name="T53" fmla="*/ 93 h 724"/>
                <a:gd name="T54" fmla="*/ 781 w 803"/>
                <a:gd name="T55" fmla="*/ 120 h 724"/>
                <a:gd name="T56" fmla="*/ 791 w 803"/>
                <a:gd name="T57" fmla="*/ 149 h 724"/>
                <a:gd name="T58" fmla="*/ 798 w 803"/>
                <a:gd name="T59" fmla="*/ 180 h 724"/>
                <a:gd name="T60" fmla="*/ 803 w 803"/>
                <a:gd name="T61" fmla="*/ 213 h 724"/>
                <a:gd name="T62" fmla="*/ 803 w 803"/>
                <a:gd name="T63" fmla="*/ 247 h 724"/>
                <a:gd name="T64" fmla="*/ 803 w 803"/>
                <a:gd name="T65" fmla="*/ 333 h 724"/>
                <a:gd name="T66" fmla="*/ 803 w 803"/>
                <a:gd name="T67" fmla="*/ 361 h 724"/>
                <a:gd name="T68" fmla="*/ 798 w 803"/>
                <a:gd name="T69" fmla="*/ 392 h 724"/>
                <a:gd name="T70" fmla="*/ 791 w 803"/>
                <a:gd name="T71" fmla="*/ 421 h 724"/>
                <a:gd name="T72" fmla="*/ 781 w 803"/>
                <a:gd name="T73" fmla="*/ 449 h 724"/>
                <a:gd name="T74" fmla="*/ 768 w 803"/>
                <a:gd name="T75" fmla="*/ 475 h 724"/>
                <a:gd name="T76" fmla="*/ 750 w 803"/>
                <a:gd name="T77" fmla="*/ 500 h 724"/>
                <a:gd name="T78" fmla="*/ 729 w 803"/>
                <a:gd name="T79" fmla="*/ 521 h 724"/>
                <a:gd name="T80" fmla="*/ 704 w 803"/>
                <a:gd name="T81" fmla="*/ 539 h 724"/>
                <a:gd name="T82" fmla="*/ 673 w 803"/>
                <a:gd name="T83" fmla="*/ 552 h 724"/>
                <a:gd name="T84" fmla="*/ 638 w 803"/>
                <a:gd name="T85" fmla="*/ 560 h 724"/>
                <a:gd name="T86" fmla="*/ 597 w 803"/>
                <a:gd name="T87" fmla="*/ 564 h 724"/>
                <a:gd name="T88" fmla="*/ 221 w 803"/>
                <a:gd name="T89" fmla="*/ 564 h 724"/>
                <a:gd name="T90" fmla="*/ 221 w 803"/>
                <a:gd name="T91" fmla="*/ 724 h 724"/>
                <a:gd name="T92" fmla="*/ 221 w 803"/>
                <a:gd name="T93" fmla="*/ 724 h 724"/>
                <a:gd name="T94" fmla="*/ 0 w 803"/>
                <a:gd name="T95" fmla="*/ 361 h 724"/>
                <a:gd name="T96" fmla="*/ 221 w 803"/>
                <a:gd name="T97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03" h="724">
                  <a:moveTo>
                    <a:pt x="221" y="179"/>
                  </a:moveTo>
                  <a:lnTo>
                    <a:pt x="221" y="383"/>
                  </a:lnTo>
                  <a:lnTo>
                    <a:pt x="523" y="383"/>
                  </a:lnTo>
                  <a:lnTo>
                    <a:pt x="543" y="382"/>
                  </a:lnTo>
                  <a:lnTo>
                    <a:pt x="560" y="374"/>
                  </a:lnTo>
                  <a:lnTo>
                    <a:pt x="573" y="361"/>
                  </a:lnTo>
                  <a:lnTo>
                    <a:pt x="583" y="346"/>
                  </a:lnTo>
                  <a:lnTo>
                    <a:pt x="589" y="329"/>
                  </a:lnTo>
                  <a:lnTo>
                    <a:pt x="594" y="310"/>
                  </a:lnTo>
                  <a:lnTo>
                    <a:pt x="596" y="292"/>
                  </a:lnTo>
                  <a:lnTo>
                    <a:pt x="596" y="256"/>
                  </a:lnTo>
                  <a:lnTo>
                    <a:pt x="592" y="233"/>
                  </a:lnTo>
                  <a:lnTo>
                    <a:pt x="586" y="215"/>
                  </a:lnTo>
                  <a:lnTo>
                    <a:pt x="574" y="200"/>
                  </a:lnTo>
                  <a:lnTo>
                    <a:pt x="558" y="188"/>
                  </a:lnTo>
                  <a:lnTo>
                    <a:pt x="533" y="182"/>
                  </a:lnTo>
                  <a:lnTo>
                    <a:pt x="504" y="179"/>
                  </a:lnTo>
                  <a:lnTo>
                    <a:pt x="221" y="179"/>
                  </a:lnTo>
                  <a:close/>
                  <a:moveTo>
                    <a:pt x="221" y="0"/>
                  </a:moveTo>
                  <a:lnTo>
                    <a:pt x="540" y="0"/>
                  </a:lnTo>
                  <a:lnTo>
                    <a:pt x="589" y="2"/>
                  </a:lnTo>
                  <a:lnTo>
                    <a:pt x="633" y="8"/>
                  </a:lnTo>
                  <a:lnTo>
                    <a:pt x="670" y="18"/>
                  </a:lnTo>
                  <a:lnTo>
                    <a:pt x="702" y="33"/>
                  </a:lnTo>
                  <a:lnTo>
                    <a:pt x="729" y="49"/>
                  </a:lnTo>
                  <a:lnTo>
                    <a:pt x="750" y="70"/>
                  </a:lnTo>
                  <a:lnTo>
                    <a:pt x="768" y="93"/>
                  </a:lnTo>
                  <a:lnTo>
                    <a:pt x="781" y="120"/>
                  </a:lnTo>
                  <a:lnTo>
                    <a:pt x="791" y="149"/>
                  </a:lnTo>
                  <a:lnTo>
                    <a:pt x="798" y="180"/>
                  </a:lnTo>
                  <a:lnTo>
                    <a:pt x="803" y="213"/>
                  </a:lnTo>
                  <a:lnTo>
                    <a:pt x="803" y="247"/>
                  </a:lnTo>
                  <a:lnTo>
                    <a:pt x="803" y="333"/>
                  </a:lnTo>
                  <a:lnTo>
                    <a:pt x="803" y="361"/>
                  </a:lnTo>
                  <a:lnTo>
                    <a:pt x="798" y="392"/>
                  </a:lnTo>
                  <a:lnTo>
                    <a:pt x="791" y="421"/>
                  </a:lnTo>
                  <a:lnTo>
                    <a:pt x="781" y="449"/>
                  </a:lnTo>
                  <a:lnTo>
                    <a:pt x="768" y="475"/>
                  </a:lnTo>
                  <a:lnTo>
                    <a:pt x="750" y="500"/>
                  </a:lnTo>
                  <a:lnTo>
                    <a:pt x="729" y="521"/>
                  </a:lnTo>
                  <a:lnTo>
                    <a:pt x="704" y="539"/>
                  </a:lnTo>
                  <a:lnTo>
                    <a:pt x="673" y="552"/>
                  </a:lnTo>
                  <a:lnTo>
                    <a:pt x="638" y="560"/>
                  </a:lnTo>
                  <a:lnTo>
                    <a:pt x="597" y="564"/>
                  </a:lnTo>
                  <a:lnTo>
                    <a:pt x="221" y="564"/>
                  </a:lnTo>
                  <a:lnTo>
                    <a:pt x="221" y="724"/>
                  </a:lnTo>
                  <a:lnTo>
                    <a:pt x="221" y="724"/>
                  </a:lnTo>
                  <a:lnTo>
                    <a:pt x="0" y="361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C7D22D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/>
            <p:cNvSpPr>
              <a:spLocks/>
            </p:cNvSpPr>
            <p:nvPr/>
          </p:nvSpPr>
          <p:spPr bwMode="auto">
            <a:xfrm>
              <a:off x="271463" y="2852738"/>
              <a:ext cx="1306513" cy="1149350"/>
            </a:xfrm>
            <a:custGeom>
              <a:avLst/>
              <a:gdLst>
                <a:gd name="T0" fmla="*/ 0 w 823"/>
                <a:gd name="T1" fmla="*/ 0 h 724"/>
                <a:gd name="T2" fmla="*/ 223 w 823"/>
                <a:gd name="T3" fmla="*/ 0 h 724"/>
                <a:gd name="T4" fmla="*/ 601 w 823"/>
                <a:gd name="T5" fmla="*/ 438 h 724"/>
                <a:gd name="T6" fmla="*/ 601 w 823"/>
                <a:gd name="T7" fmla="*/ 0 h 724"/>
                <a:gd name="T8" fmla="*/ 601 w 823"/>
                <a:gd name="T9" fmla="*/ 0 h 724"/>
                <a:gd name="T10" fmla="*/ 823 w 823"/>
                <a:gd name="T11" fmla="*/ 361 h 724"/>
                <a:gd name="T12" fmla="*/ 601 w 823"/>
                <a:gd name="T13" fmla="*/ 724 h 724"/>
                <a:gd name="T14" fmla="*/ 223 w 823"/>
                <a:gd name="T15" fmla="*/ 287 h 724"/>
                <a:gd name="T16" fmla="*/ 223 w 823"/>
                <a:gd name="T17" fmla="*/ 724 h 724"/>
                <a:gd name="T18" fmla="*/ 0 w 823"/>
                <a:gd name="T19" fmla="*/ 724 h 724"/>
                <a:gd name="T20" fmla="*/ 0 w 823"/>
                <a:gd name="T2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23" h="724">
                  <a:moveTo>
                    <a:pt x="0" y="0"/>
                  </a:moveTo>
                  <a:lnTo>
                    <a:pt x="223" y="0"/>
                  </a:lnTo>
                  <a:lnTo>
                    <a:pt x="601" y="438"/>
                  </a:lnTo>
                  <a:lnTo>
                    <a:pt x="601" y="0"/>
                  </a:lnTo>
                  <a:lnTo>
                    <a:pt x="601" y="0"/>
                  </a:lnTo>
                  <a:lnTo>
                    <a:pt x="823" y="361"/>
                  </a:lnTo>
                  <a:lnTo>
                    <a:pt x="601" y="724"/>
                  </a:lnTo>
                  <a:lnTo>
                    <a:pt x="223" y="287"/>
                  </a:lnTo>
                  <a:lnTo>
                    <a:pt x="223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D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789197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250300" y="9239448"/>
            <a:ext cx="2347414" cy="272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 algn="l"/>
            <a:fld id="{FF589425-449D-4D80-B16A-0FCA3F0B391A}" type="datetime9">
              <a:rPr lang="en-US" sz="900"/>
              <a:pPr algn="l"/>
              <a:t>10/1/2026 3:34:52 AM</a:t>
            </a:fld>
            <a:endParaRPr lang="en-US" sz="900"/>
          </a:p>
        </p:txBody>
      </p:sp>
      <p:sp>
        <p:nvSpPr>
          <p:cNvPr id="2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52493" y="9239448"/>
            <a:ext cx="3797807" cy="272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en-US" sz="900" cap="all"/>
              <a:t>INTERNAL PROPRIETARY, </a:t>
            </a:r>
            <a:r>
              <a:rPr lang="en-US" sz="900"/>
              <a:t>© NXP</a:t>
            </a:r>
          </a:p>
        </p:txBody>
      </p:sp>
      <p:sp>
        <p:nvSpPr>
          <p:cNvPr id="2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0464" y="9017036"/>
            <a:ext cx="41620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B1A579D-3553-4F33-9067-7E7231905C3B}" type="slidenum">
              <a:rPr lang="en-US" sz="1000"/>
              <a:pPr/>
              <a:t>‹#›</a:t>
            </a:fld>
            <a:endParaRPr lang="en-US" sz="1000"/>
          </a:p>
        </p:txBody>
      </p:sp>
      <p:grpSp>
        <p:nvGrpSpPr>
          <p:cNvPr id="24" name="Group 23"/>
          <p:cNvGrpSpPr/>
          <p:nvPr/>
        </p:nvGrpSpPr>
        <p:grpSpPr>
          <a:xfrm>
            <a:off x="6536576" y="9239119"/>
            <a:ext cx="516353" cy="185990"/>
            <a:chOff x="271463" y="2852738"/>
            <a:chExt cx="3190876" cy="1149350"/>
          </a:xfrm>
        </p:grpSpPr>
        <p:sp>
          <p:nvSpPr>
            <p:cNvPr id="25" name="Freeform 6"/>
            <p:cNvSpPr>
              <a:spLocks/>
            </p:cNvSpPr>
            <p:nvPr/>
          </p:nvSpPr>
          <p:spPr bwMode="auto">
            <a:xfrm>
              <a:off x="1577976" y="2852738"/>
              <a:ext cx="609600" cy="1149350"/>
            </a:xfrm>
            <a:custGeom>
              <a:avLst/>
              <a:gdLst>
                <a:gd name="T0" fmla="*/ 0 w 384"/>
                <a:gd name="T1" fmla="*/ 0 h 724"/>
                <a:gd name="T2" fmla="*/ 41 w 384"/>
                <a:gd name="T3" fmla="*/ 0 h 724"/>
                <a:gd name="T4" fmla="*/ 192 w 384"/>
                <a:gd name="T5" fmla="*/ 241 h 724"/>
                <a:gd name="T6" fmla="*/ 341 w 384"/>
                <a:gd name="T7" fmla="*/ 0 h 724"/>
                <a:gd name="T8" fmla="*/ 382 w 384"/>
                <a:gd name="T9" fmla="*/ 0 h 724"/>
                <a:gd name="T10" fmla="*/ 382 w 384"/>
                <a:gd name="T11" fmla="*/ 723 h 724"/>
                <a:gd name="T12" fmla="*/ 384 w 384"/>
                <a:gd name="T13" fmla="*/ 724 h 724"/>
                <a:gd name="T14" fmla="*/ 341 w 384"/>
                <a:gd name="T15" fmla="*/ 724 h 724"/>
                <a:gd name="T16" fmla="*/ 192 w 384"/>
                <a:gd name="T17" fmla="*/ 483 h 724"/>
                <a:gd name="T18" fmla="*/ 41 w 384"/>
                <a:gd name="T19" fmla="*/ 724 h 724"/>
                <a:gd name="T20" fmla="*/ 0 w 384"/>
                <a:gd name="T21" fmla="*/ 724 h 724"/>
                <a:gd name="T22" fmla="*/ 0 w 384"/>
                <a:gd name="T2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84" h="724">
                  <a:moveTo>
                    <a:pt x="0" y="0"/>
                  </a:moveTo>
                  <a:lnTo>
                    <a:pt x="41" y="0"/>
                  </a:lnTo>
                  <a:lnTo>
                    <a:pt x="192" y="241"/>
                  </a:lnTo>
                  <a:lnTo>
                    <a:pt x="341" y="0"/>
                  </a:lnTo>
                  <a:lnTo>
                    <a:pt x="382" y="0"/>
                  </a:lnTo>
                  <a:lnTo>
                    <a:pt x="382" y="723"/>
                  </a:lnTo>
                  <a:lnTo>
                    <a:pt x="384" y="724"/>
                  </a:lnTo>
                  <a:lnTo>
                    <a:pt x="341" y="724"/>
                  </a:lnTo>
                  <a:lnTo>
                    <a:pt x="192" y="483"/>
                  </a:lnTo>
                  <a:lnTo>
                    <a:pt x="41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DB2D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7"/>
            <p:cNvSpPr>
              <a:spLocks/>
            </p:cNvSpPr>
            <p:nvPr/>
          </p:nvSpPr>
          <p:spPr bwMode="auto">
            <a:xfrm>
              <a:off x="1225551" y="2852738"/>
              <a:ext cx="352425" cy="1149350"/>
            </a:xfrm>
            <a:custGeom>
              <a:avLst/>
              <a:gdLst>
                <a:gd name="T0" fmla="*/ 0 w 222"/>
                <a:gd name="T1" fmla="*/ 0 h 724"/>
                <a:gd name="T2" fmla="*/ 222 w 222"/>
                <a:gd name="T3" fmla="*/ 0 h 724"/>
                <a:gd name="T4" fmla="*/ 222 w 222"/>
                <a:gd name="T5" fmla="*/ 724 h 724"/>
                <a:gd name="T6" fmla="*/ 0 w 222"/>
                <a:gd name="T7" fmla="*/ 724 h 724"/>
                <a:gd name="T8" fmla="*/ 222 w 222"/>
                <a:gd name="T9" fmla="*/ 361 h 724"/>
                <a:gd name="T10" fmla="*/ 0 w 222"/>
                <a:gd name="T1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2" h="724">
                  <a:moveTo>
                    <a:pt x="0" y="0"/>
                  </a:moveTo>
                  <a:lnTo>
                    <a:pt x="222" y="0"/>
                  </a:lnTo>
                  <a:lnTo>
                    <a:pt x="222" y="724"/>
                  </a:lnTo>
                  <a:lnTo>
                    <a:pt x="0" y="724"/>
                  </a:lnTo>
                  <a:lnTo>
                    <a:pt x="222" y="3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5843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8"/>
            <p:cNvSpPr>
              <a:spLocks/>
            </p:cNvSpPr>
            <p:nvPr/>
          </p:nvSpPr>
          <p:spPr bwMode="auto">
            <a:xfrm>
              <a:off x="2184401" y="2852738"/>
              <a:ext cx="354013" cy="1149350"/>
            </a:xfrm>
            <a:custGeom>
              <a:avLst/>
              <a:gdLst>
                <a:gd name="T0" fmla="*/ 0 w 223"/>
                <a:gd name="T1" fmla="*/ 0 h 724"/>
                <a:gd name="T2" fmla="*/ 223 w 223"/>
                <a:gd name="T3" fmla="*/ 0 h 724"/>
                <a:gd name="T4" fmla="*/ 2 w 223"/>
                <a:gd name="T5" fmla="*/ 361 h 724"/>
                <a:gd name="T6" fmla="*/ 223 w 223"/>
                <a:gd name="T7" fmla="*/ 724 h 724"/>
                <a:gd name="T8" fmla="*/ 2 w 223"/>
                <a:gd name="T9" fmla="*/ 724 h 724"/>
                <a:gd name="T10" fmla="*/ 0 w 223"/>
                <a:gd name="T11" fmla="*/ 723 h 724"/>
                <a:gd name="T12" fmla="*/ 0 w 223"/>
                <a:gd name="T1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3" h="724">
                  <a:moveTo>
                    <a:pt x="0" y="0"/>
                  </a:moveTo>
                  <a:lnTo>
                    <a:pt x="223" y="0"/>
                  </a:lnTo>
                  <a:lnTo>
                    <a:pt x="2" y="361"/>
                  </a:lnTo>
                  <a:lnTo>
                    <a:pt x="223" y="724"/>
                  </a:lnTo>
                  <a:lnTo>
                    <a:pt x="2" y="724"/>
                  </a:lnTo>
                  <a:lnTo>
                    <a:pt x="0" y="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983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9"/>
            <p:cNvSpPr>
              <a:spLocks noEditPoints="1"/>
            </p:cNvSpPr>
            <p:nvPr/>
          </p:nvSpPr>
          <p:spPr bwMode="auto">
            <a:xfrm>
              <a:off x="2187576" y="2852738"/>
              <a:ext cx="1274763" cy="1149350"/>
            </a:xfrm>
            <a:custGeom>
              <a:avLst/>
              <a:gdLst>
                <a:gd name="T0" fmla="*/ 221 w 803"/>
                <a:gd name="T1" fmla="*/ 179 h 724"/>
                <a:gd name="T2" fmla="*/ 221 w 803"/>
                <a:gd name="T3" fmla="*/ 383 h 724"/>
                <a:gd name="T4" fmla="*/ 523 w 803"/>
                <a:gd name="T5" fmla="*/ 383 h 724"/>
                <a:gd name="T6" fmla="*/ 543 w 803"/>
                <a:gd name="T7" fmla="*/ 382 h 724"/>
                <a:gd name="T8" fmla="*/ 560 w 803"/>
                <a:gd name="T9" fmla="*/ 374 h 724"/>
                <a:gd name="T10" fmla="*/ 573 w 803"/>
                <a:gd name="T11" fmla="*/ 361 h 724"/>
                <a:gd name="T12" fmla="*/ 583 w 803"/>
                <a:gd name="T13" fmla="*/ 346 h 724"/>
                <a:gd name="T14" fmla="*/ 589 w 803"/>
                <a:gd name="T15" fmla="*/ 329 h 724"/>
                <a:gd name="T16" fmla="*/ 594 w 803"/>
                <a:gd name="T17" fmla="*/ 310 h 724"/>
                <a:gd name="T18" fmla="*/ 596 w 803"/>
                <a:gd name="T19" fmla="*/ 292 h 724"/>
                <a:gd name="T20" fmla="*/ 596 w 803"/>
                <a:gd name="T21" fmla="*/ 256 h 724"/>
                <a:gd name="T22" fmla="*/ 592 w 803"/>
                <a:gd name="T23" fmla="*/ 233 h 724"/>
                <a:gd name="T24" fmla="*/ 586 w 803"/>
                <a:gd name="T25" fmla="*/ 215 h 724"/>
                <a:gd name="T26" fmla="*/ 574 w 803"/>
                <a:gd name="T27" fmla="*/ 200 h 724"/>
                <a:gd name="T28" fmla="*/ 558 w 803"/>
                <a:gd name="T29" fmla="*/ 188 h 724"/>
                <a:gd name="T30" fmla="*/ 533 w 803"/>
                <a:gd name="T31" fmla="*/ 182 h 724"/>
                <a:gd name="T32" fmla="*/ 504 w 803"/>
                <a:gd name="T33" fmla="*/ 179 h 724"/>
                <a:gd name="T34" fmla="*/ 221 w 803"/>
                <a:gd name="T35" fmla="*/ 179 h 724"/>
                <a:gd name="T36" fmla="*/ 221 w 803"/>
                <a:gd name="T37" fmla="*/ 0 h 724"/>
                <a:gd name="T38" fmla="*/ 540 w 803"/>
                <a:gd name="T39" fmla="*/ 0 h 724"/>
                <a:gd name="T40" fmla="*/ 589 w 803"/>
                <a:gd name="T41" fmla="*/ 2 h 724"/>
                <a:gd name="T42" fmla="*/ 633 w 803"/>
                <a:gd name="T43" fmla="*/ 8 h 724"/>
                <a:gd name="T44" fmla="*/ 670 w 803"/>
                <a:gd name="T45" fmla="*/ 18 h 724"/>
                <a:gd name="T46" fmla="*/ 702 w 803"/>
                <a:gd name="T47" fmla="*/ 33 h 724"/>
                <a:gd name="T48" fmla="*/ 729 w 803"/>
                <a:gd name="T49" fmla="*/ 49 h 724"/>
                <a:gd name="T50" fmla="*/ 750 w 803"/>
                <a:gd name="T51" fmla="*/ 70 h 724"/>
                <a:gd name="T52" fmla="*/ 768 w 803"/>
                <a:gd name="T53" fmla="*/ 93 h 724"/>
                <a:gd name="T54" fmla="*/ 781 w 803"/>
                <a:gd name="T55" fmla="*/ 120 h 724"/>
                <a:gd name="T56" fmla="*/ 791 w 803"/>
                <a:gd name="T57" fmla="*/ 149 h 724"/>
                <a:gd name="T58" fmla="*/ 798 w 803"/>
                <a:gd name="T59" fmla="*/ 180 h 724"/>
                <a:gd name="T60" fmla="*/ 803 w 803"/>
                <a:gd name="T61" fmla="*/ 213 h 724"/>
                <a:gd name="T62" fmla="*/ 803 w 803"/>
                <a:gd name="T63" fmla="*/ 247 h 724"/>
                <a:gd name="T64" fmla="*/ 803 w 803"/>
                <a:gd name="T65" fmla="*/ 333 h 724"/>
                <a:gd name="T66" fmla="*/ 803 w 803"/>
                <a:gd name="T67" fmla="*/ 361 h 724"/>
                <a:gd name="T68" fmla="*/ 798 w 803"/>
                <a:gd name="T69" fmla="*/ 392 h 724"/>
                <a:gd name="T70" fmla="*/ 791 w 803"/>
                <a:gd name="T71" fmla="*/ 421 h 724"/>
                <a:gd name="T72" fmla="*/ 781 w 803"/>
                <a:gd name="T73" fmla="*/ 449 h 724"/>
                <a:gd name="T74" fmla="*/ 768 w 803"/>
                <a:gd name="T75" fmla="*/ 475 h 724"/>
                <a:gd name="T76" fmla="*/ 750 w 803"/>
                <a:gd name="T77" fmla="*/ 500 h 724"/>
                <a:gd name="T78" fmla="*/ 729 w 803"/>
                <a:gd name="T79" fmla="*/ 521 h 724"/>
                <a:gd name="T80" fmla="*/ 704 w 803"/>
                <a:gd name="T81" fmla="*/ 539 h 724"/>
                <a:gd name="T82" fmla="*/ 673 w 803"/>
                <a:gd name="T83" fmla="*/ 552 h 724"/>
                <a:gd name="T84" fmla="*/ 638 w 803"/>
                <a:gd name="T85" fmla="*/ 560 h 724"/>
                <a:gd name="T86" fmla="*/ 597 w 803"/>
                <a:gd name="T87" fmla="*/ 564 h 724"/>
                <a:gd name="T88" fmla="*/ 221 w 803"/>
                <a:gd name="T89" fmla="*/ 564 h 724"/>
                <a:gd name="T90" fmla="*/ 221 w 803"/>
                <a:gd name="T91" fmla="*/ 724 h 724"/>
                <a:gd name="T92" fmla="*/ 221 w 803"/>
                <a:gd name="T93" fmla="*/ 724 h 724"/>
                <a:gd name="T94" fmla="*/ 0 w 803"/>
                <a:gd name="T95" fmla="*/ 361 h 724"/>
                <a:gd name="T96" fmla="*/ 221 w 803"/>
                <a:gd name="T97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03" h="724">
                  <a:moveTo>
                    <a:pt x="221" y="179"/>
                  </a:moveTo>
                  <a:lnTo>
                    <a:pt x="221" y="383"/>
                  </a:lnTo>
                  <a:lnTo>
                    <a:pt x="523" y="383"/>
                  </a:lnTo>
                  <a:lnTo>
                    <a:pt x="543" y="382"/>
                  </a:lnTo>
                  <a:lnTo>
                    <a:pt x="560" y="374"/>
                  </a:lnTo>
                  <a:lnTo>
                    <a:pt x="573" y="361"/>
                  </a:lnTo>
                  <a:lnTo>
                    <a:pt x="583" y="346"/>
                  </a:lnTo>
                  <a:lnTo>
                    <a:pt x="589" y="329"/>
                  </a:lnTo>
                  <a:lnTo>
                    <a:pt x="594" y="310"/>
                  </a:lnTo>
                  <a:lnTo>
                    <a:pt x="596" y="292"/>
                  </a:lnTo>
                  <a:lnTo>
                    <a:pt x="596" y="256"/>
                  </a:lnTo>
                  <a:lnTo>
                    <a:pt x="592" y="233"/>
                  </a:lnTo>
                  <a:lnTo>
                    <a:pt x="586" y="215"/>
                  </a:lnTo>
                  <a:lnTo>
                    <a:pt x="574" y="200"/>
                  </a:lnTo>
                  <a:lnTo>
                    <a:pt x="558" y="188"/>
                  </a:lnTo>
                  <a:lnTo>
                    <a:pt x="533" y="182"/>
                  </a:lnTo>
                  <a:lnTo>
                    <a:pt x="504" y="179"/>
                  </a:lnTo>
                  <a:lnTo>
                    <a:pt x="221" y="179"/>
                  </a:lnTo>
                  <a:close/>
                  <a:moveTo>
                    <a:pt x="221" y="0"/>
                  </a:moveTo>
                  <a:lnTo>
                    <a:pt x="540" y="0"/>
                  </a:lnTo>
                  <a:lnTo>
                    <a:pt x="589" y="2"/>
                  </a:lnTo>
                  <a:lnTo>
                    <a:pt x="633" y="8"/>
                  </a:lnTo>
                  <a:lnTo>
                    <a:pt x="670" y="18"/>
                  </a:lnTo>
                  <a:lnTo>
                    <a:pt x="702" y="33"/>
                  </a:lnTo>
                  <a:lnTo>
                    <a:pt x="729" y="49"/>
                  </a:lnTo>
                  <a:lnTo>
                    <a:pt x="750" y="70"/>
                  </a:lnTo>
                  <a:lnTo>
                    <a:pt x="768" y="93"/>
                  </a:lnTo>
                  <a:lnTo>
                    <a:pt x="781" y="120"/>
                  </a:lnTo>
                  <a:lnTo>
                    <a:pt x="791" y="149"/>
                  </a:lnTo>
                  <a:lnTo>
                    <a:pt x="798" y="180"/>
                  </a:lnTo>
                  <a:lnTo>
                    <a:pt x="803" y="213"/>
                  </a:lnTo>
                  <a:lnTo>
                    <a:pt x="803" y="247"/>
                  </a:lnTo>
                  <a:lnTo>
                    <a:pt x="803" y="333"/>
                  </a:lnTo>
                  <a:lnTo>
                    <a:pt x="803" y="361"/>
                  </a:lnTo>
                  <a:lnTo>
                    <a:pt x="798" y="392"/>
                  </a:lnTo>
                  <a:lnTo>
                    <a:pt x="791" y="421"/>
                  </a:lnTo>
                  <a:lnTo>
                    <a:pt x="781" y="449"/>
                  </a:lnTo>
                  <a:lnTo>
                    <a:pt x="768" y="475"/>
                  </a:lnTo>
                  <a:lnTo>
                    <a:pt x="750" y="500"/>
                  </a:lnTo>
                  <a:lnTo>
                    <a:pt x="729" y="521"/>
                  </a:lnTo>
                  <a:lnTo>
                    <a:pt x="704" y="539"/>
                  </a:lnTo>
                  <a:lnTo>
                    <a:pt x="673" y="552"/>
                  </a:lnTo>
                  <a:lnTo>
                    <a:pt x="638" y="560"/>
                  </a:lnTo>
                  <a:lnTo>
                    <a:pt x="597" y="564"/>
                  </a:lnTo>
                  <a:lnTo>
                    <a:pt x="221" y="564"/>
                  </a:lnTo>
                  <a:lnTo>
                    <a:pt x="221" y="724"/>
                  </a:lnTo>
                  <a:lnTo>
                    <a:pt x="221" y="724"/>
                  </a:lnTo>
                  <a:lnTo>
                    <a:pt x="0" y="361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C7D22D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0"/>
            <p:cNvSpPr>
              <a:spLocks/>
            </p:cNvSpPr>
            <p:nvPr/>
          </p:nvSpPr>
          <p:spPr bwMode="auto">
            <a:xfrm>
              <a:off x="271463" y="2852738"/>
              <a:ext cx="1306513" cy="1149350"/>
            </a:xfrm>
            <a:custGeom>
              <a:avLst/>
              <a:gdLst>
                <a:gd name="T0" fmla="*/ 0 w 823"/>
                <a:gd name="T1" fmla="*/ 0 h 724"/>
                <a:gd name="T2" fmla="*/ 223 w 823"/>
                <a:gd name="T3" fmla="*/ 0 h 724"/>
                <a:gd name="T4" fmla="*/ 601 w 823"/>
                <a:gd name="T5" fmla="*/ 438 h 724"/>
                <a:gd name="T6" fmla="*/ 601 w 823"/>
                <a:gd name="T7" fmla="*/ 0 h 724"/>
                <a:gd name="T8" fmla="*/ 601 w 823"/>
                <a:gd name="T9" fmla="*/ 0 h 724"/>
                <a:gd name="T10" fmla="*/ 823 w 823"/>
                <a:gd name="T11" fmla="*/ 361 h 724"/>
                <a:gd name="T12" fmla="*/ 601 w 823"/>
                <a:gd name="T13" fmla="*/ 724 h 724"/>
                <a:gd name="T14" fmla="*/ 223 w 823"/>
                <a:gd name="T15" fmla="*/ 287 h 724"/>
                <a:gd name="T16" fmla="*/ 223 w 823"/>
                <a:gd name="T17" fmla="*/ 724 h 724"/>
                <a:gd name="T18" fmla="*/ 0 w 823"/>
                <a:gd name="T19" fmla="*/ 724 h 724"/>
                <a:gd name="T20" fmla="*/ 0 w 823"/>
                <a:gd name="T2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23" h="724">
                  <a:moveTo>
                    <a:pt x="0" y="0"/>
                  </a:moveTo>
                  <a:lnTo>
                    <a:pt x="223" y="0"/>
                  </a:lnTo>
                  <a:lnTo>
                    <a:pt x="601" y="438"/>
                  </a:lnTo>
                  <a:lnTo>
                    <a:pt x="601" y="0"/>
                  </a:lnTo>
                  <a:lnTo>
                    <a:pt x="601" y="0"/>
                  </a:lnTo>
                  <a:lnTo>
                    <a:pt x="823" y="361"/>
                  </a:lnTo>
                  <a:lnTo>
                    <a:pt x="601" y="724"/>
                  </a:lnTo>
                  <a:lnTo>
                    <a:pt x="223" y="287"/>
                  </a:lnTo>
                  <a:lnTo>
                    <a:pt x="223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D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80022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IPS = register (peripheral) bus of the MRAMC. AXI = system bus, direct memory-mapped stores. Same Mem_43_MRAM API in both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Performance is a qualitative statement from the implementation; it has not been benchmarked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ste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6764691" y="2503969"/>
            <a:ext cx="3786469" cy="2481859"/>
            <a:chOff x="6627531" y="2034003"/>
            <a:chExt cx="4538355" cy="2974686"/>
          </a:xfrm>
        </p:grpSpPr>
        <p:grpSp>
          <p:nvGrpSpPr>
            <p:cNvPr id="67" name="Group 66"/>
            <p:cNvGrpSpPr/>
            <p:nvPr userDrawn="1"/>
          </p:nvGrpSpPr>
          <p:grpSpPr>
            <a:xfrm>
              <a:off x="6627531" y="2757470"/>
              <a:ext cx="2251219" cy="2251219"/>
              <a:chOff x="5311127" y="2171639"/>
              <a:chExt cx="1388962" cy="1388962"/>
            </a:xfrm>
          </p:grpSpPr>
          <p:sp>
            <p:nvSpPr>
              <p:cNvPr id="68" name="Donut 67"/>
              <p:cNvSpPr/>
              <p:nvPr/>
            </p:nvSpPr>
            <p:spPr>
              <a:xfrm>
                <a:off x="5311127" y="2171639"/>
                <a:ext cx="1388962" cy="1388962"/>
              </a:xfrm>
              <a:prstGeom prst="donut">
                <a:avLst>
                  <a:gd name="adj" fmla="val 614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pic>
            <p:nvPicPr>
              <p:cNvPr id="69" name="Picture 68"/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666651" y="2548190"/>
                <a:ext cx="677914" cy="645504"/>
              </a:xfrm>
              <a:prstGeom prst="rect">
                <a:avLst/>
              </a:prstGeom>
            </p:spPr>
          </p:pic>
        </p:grpSp>
        <p:grpSp>
          <p:nvGrpSpPr>
            <p:cNvPr id="70" name="Group 69"/>
            <p:cNvGrpSpPr/>
            <p:nvPr userDrawn="1"/>
          </p:nvGrpSpPr>
          <p:grpSpPr>
            <a:xfrm>
              <a:off x="10369969" y="2625440"/>
              <a:ext cx="795917" cy="795917"/>
              <a:chOff x="2208009" y="539609"/>
              <a:chExt cx="1388962" cy="1388962"/>
            </a:xfrm>
          </p:grpSpPr>
          <p:sp>
            <p:nvSpPr>
              <p:cNvPr id="71" name="Donut 70"/>
              <p:cNvSpPr/>
              <p:nvPr/>
            </p:nvSpPr>
            <p:spPr>
              <a:xfrm>
                <a:off x="2208009" y="539609"/>
                <a:ext cx="1388962" cy="1388962"/>
              </a:xfrm>
              <a:prstGeom prst="donut">
                <a:avLst>
                  <a:gd name="adj" fmla="val 614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pic>
            <p:nvPicPr>
              <p:cNvPr id="72" name="Picture 71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80637" y="876720"/>
                <a:ext cx="443707" cy="608580"/>
              </a:xfrm>
              <a:prstGeom prst="rect">
                <a:avLst/>
              </a:prstGeom>
            </p:spPr>
          </p:pic>
        </p:grpSp>
        <p:grpSp>
          <p:nvGrpSpPr>
            <p:cNvPr id="73" name="Group 72"/>
            <p:cNvGrpSpPr/>
            <p:nvPr userDrawn="1"/>
          </p:nvGrpSpPr>
          <p:grpSpPr>
            <a:xfrm>
              <a:off x="8878750" y="2034003"/>
              <a:ext cx="1182873" cy="1182873"/>
              <a:chOff x="5311127" y="2171639"/>
              <a:chExt cx="1388962" cy="1388962"/>
            </a:xfrm>
          </p:grpSpPr>
          <p:sp>
            <p:nvSpPr>
              <p:cNvPr id="74" name="Donut 73"/>
              <p:cNvSpPr/>
              <p:nvPr/>
            </p:nvSpPr>
            <p:spPr>
              <a:xfrm>
                <a:off x="5311127" y="2171639"/>
                <a:ext cx="1388962" cy="1388962"/>
              </a:xfrm>
              <a:prstGeom prst="donut">
                <a:avLst>
                  <a:gd name="adj" fmla="val 614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pic>
            <p:nvPicPr>
              <p:cNvPr id="75" name="Picture 74"/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543763" y="2653940"/>
                <a:ext cx="923690" cy="307896"/>
              </a:xfrm>
              <a:prstGeom prst="rect">
                <a:avLst/>
              </a:prstGeom>
            </p:spPr>
          </p:pic>
        </p:grpSp>
      </p:grpSp>
      <p:sp>
        <p:nvSpPr>
          <p:cNvPr id="90" name="Text Placeholder 89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97131" y="2938858"/>
            <a:ext cx="6366641" cy="123525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Tx/>
              <a:buNone/>
              <a:defRPr lang="en-US" sz="2000" b="0" kern="1200" cap="all" spc="-6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  <a:lvl2pPr marL="233363" indent="0">
              <a:buFontTx/>
              <a:buNone/>
              <a:defRPr/>
            </a:lvl2pPr>
            <a:lvl3pPr marL="401638" indent="0">
              <a:buFontTx/>
              <a:buNone/>
              <a:defRPr/>
            </a:lvl3pPr>
            <a:lvl4pPr marL="569912" indent="0">
              <a:buFontTx/>
              <a:buNone/>
              <a:defRPr/>
            </a:lvl4pPr>
            <a:lvl5pPr marL="746125" indent="0">
              <a:buFontTx/>
              <a:buNone/>
              <a:defRPr/>
            </a:lvl5pPr>
          </a:lstStyle>
          <a:p>
            <a:pPr marL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 typeface="Arial" charset="0"/>
              <a:buNone/>
            </a:pPr>
            <a:r>
              <a:rPr lang="en-US"/>
              <a:t>Presenter title goes here</a:t>
            </a:r>
          </a:p>
        </p:txBody>
      </p:sp>
      <p:sp>
        <p:nvSpPr>
          <p:cNvPr id="27" name="Rectangle 183"/>
          <p:cNvSpPr>
            <a:spLocks noGrp="1" noChangeArrowheads="1"/>
          </p:cNvSpPr>
          <p:nvPr userDrawn="1">
            <p:ph type="subTitle" idx="1" hasCustomPrompt="1"/>
          </p:nvPr>
        </p:nvSpPr>
        <p:spPr bwMode="blackWhite">
          <a:xfrm>
            <a:off x="797131" y="2497498"/>
            <a:ext cx="6366641" cy="567335"/>
          </a:xfrm>
          <a:prstGeom prst="rect">
            <a:avLst/>
          </a:prstGeom>
          <a:ln w="25400" algn="ctr"/>
          <a:effectLst/>
        </p:spPr>
        <p:txBody>
          <a:bodyPr tIns="0" bIns="91440" anchor="t">
            <a:noAutofit/>
          </a:bodyPr>
          <a:lstStyle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Font typeface="Arial" charset="0"/>
              <a:buNone/>
              <a:defRPr lang="en-US" sz="2500" b="0" kern="1200" cap="all" spc="-6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28" name="Rectangle 182"/>
          <p:cNvSpPr>
            <a:spLocks noGrp="1" noChangeArrowheads="1"/>
          </p:cNvSpPr>
          <p:nvPr userDrawn="1">
            <p:ph type="ctrTitle" hasCustomPrompt="1"/>
          </p:nvPr>
        </p:nvSpPr>
        <p:spPr bwMode="blackWhite">
          <a:xfrm>
            <a:off x="797132" y="793656"/>
            <a:ext cx="6366640" cy="1716568"/>
          </a:xfrm>
          <a:ln w="25400"/>
          <a:effectLst/>
        </p:spPr>
        <p:txBody>
          <a:bodyPr tIns="91440" bIns="91440" anchor="b"/>
          <a:lstStyle>
            <a:lvl1pPr algn="l">
              <a:lnSpc>
                <a:spcPts val="4400"/>
              </a:lnSpc>
              <a:spcBef>
                <a:spcPts val="0"/>
              </a:spcBef>
              <a:defRPr lang="en-US" sz="3500" b="1" kern="1200" cap="all" spc="-60" baseline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charset="0"/>
                <a:ea typeface="+mn-ea"/>
                <a:cs typeface="+mn-cs"/>
              </a:defRPr>
            </a:lvl1pPr>
          </a:lstStyle>
          <a:p>
            <a:r>
              <a:rPr lang="en-US"/>
              <a:t>Title goes here</a:t>
            </a:r>
            <a:br>
              <a:rPr lang="en-US"/>
            </a:br>
            <a:r>
              <a:rPr lang="en-US"/>
              <a:t>second line title</a:t>
            </a:r>
          </a:p>
        </p:txBody>
      </p:sp>
      <p:pic>
        <p:nvPicPr>
          <p:cNvPr id="60" name="Picture 59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10071" y="-15240"/>
            <a:ext cx="6681929" cy="6873240"/>
          </a:xfrm>
          <a:prstGeom prst="rect">
            <a:avLst/>
          </a:prstGeom>
        </p:spPr>
      </p:pic>
      <p:sp>
        <p:nvSpPr>
          <p:cNvPr id="62" name="TextBox 61"/>
          <p:cNvSpPr txBox="1"/>
          <p:nvPr userDrawn="1"/>
        </p:nvSpPr>
        <p:spPr>
          <a:xfrm>
            <a:off x="820905" y="6198871"/>
            <a:ext cx="42997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>
                <a:solidFill>
                  <a:schemeClr val="bg1">
                    <a:lumMod val="65000"/>
                  </a:schemeClr>
                </a:solidFill>
              </a:rPr>
              <a:t>NXP and the NXP logo are trademarks of NXP B.V. All other product or service names are the property of their respective owners. © 2020</a:t>
            </a:r>
            <a:r>
              <a:rPr lang="en-US" sz="700" baseline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700">
                <a:solidFill>
                  <a:schemeClr val="bg1">
                    <a:lumMod val="65000"/>
                  </a:schemeClr>
                </a:solidFill>
              </a:rPr>
              <a:t>NXP B.V.</a:t>
            </a:r>
          </a:p>
        </p:txBody>
      </p:sp>
      <p:grpSp>
        <p:nvGrpSpPr>
          <p:cNvPr id="17" name="Group 16"/>
          <p:cNvGrpSpPr/>
          <p:nvPr userDrawn="1"/>
        </p:nvGrpSpPr>
        <p:grpSpPr>
          <a:xfrm>
            <a:off x="898782" y="5649478"/>
            <a:ext cx="4042377" cy="518579"/>
            <a:chOff x="7003917" y="-725488"/>
            <a:chExt cx="10382383" cy="1331913"/>
          </a:xfrm>
        </p:grpSpPr>
        <p:sp>
          <p:nvSpPr>
            <p:cNvPr id="18" name="Rectangle 12"/>
            <p:cNvSpPr>
              <a:spLocks noChangeArrowheads="1"/>
            </p:cNvSpPr>
            <p:nvPr userDrawn="1"/>
          </p:nvSpPr>
          <p:spPr bwMode="auto">
            <a:xfrm>
              <a:off x="10345738" y="-725488"/>
              <a:ext cx="28575" cy="1331913"/>
            </a:xfrm>
            <a:prstGeom prst="rect">
              <a:avLst/>
            </a:prstGeom>
            <a:solidFill>
              <a:srgbClr val="00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Rectangle 13"/>
            <p:cNvSpPr>
              <a:spLocks noChangeArrowheads="1"/>
            </p:cNvSpPr>
            <p:nvPr userDrawn="1"/>
          </p:nvSpPr>
          <p:spPr bwMode="auto">
            <a:xfrm>
              <a:off x="17357725" y="-725488"/>
              <a:ext cx="28575" cy="1331913"/>
            </a:xfrm>
            <a:prstGeom prst="rect">
              <a:avLst/>
            </a:prstGeom>
            <a:solidFill>
              <a:srgbClr val="00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10807700" y="-511175"/>
              <a:ext cx="250825" cy="395288"/>
            </a:xfrm>
            <a:custGeom>
              <a:avLst/>
              <a:gdLst>
                <a:gd name="T0" fmla="*/ 88 w 158"/>
                <a:gd name="T1" fmla="*/ 0 h 249"/>
                <a:gd name="T2" fmla="*/ 114 w 158"/>
                <a:gd name="T3" fmla="*/ 2 h 249"/>
                <a:gd name="T4" fmla="*/ 137 w 158"/>
                <a:gd name="T5" fmla="*/ 9 h 249"/>
                <a:gd name="T6" fmla="*/ 156 w 158"/>
                <a:gd name="T7" fmla="*/ 26 h 249"/>
                <a:gd name="T8" fmla="*/ 130 w 158"/>
                <a:gd name="T9" fmla="*/ 51 h 249"/>
                <a:gd name="T10" fmla="*/ 114 w 158"/>
                <a:gd name="T11" fmla="*/ 35 h 249"/>
                <a:gd name="T12" fmla="*/ 88 w 158"/>
                <a:gd name="T13" fmla="*/ 30 h 249"/>
                <a:gd name="T14" fmla="*/ 65 w 158"/>
                <a:gd name="T15" fmla="*/ 33 h 249"/>
                <a:gd name="T16" fmla="*/ 51 w 158"/>
                <a:gd name="T17" fmla="*/ 42 h 249"/>
                <a:gd name="T18" fmla="*/ 44 w 158"/>
                <a:gd name="T19" fmla="*/ 54 h 249"/>
                <a:gd name="T20" fmla="*/ 41 w 158"/>
                <a:gd name="T21" fmla="*/ 65 h 249"/>
                <a:gd name="T22" fmla="*/ 46 w 158"/>
                <a:gd name="T23" fmla="*/ 84 h 249"/>
                <a:gd name="T24" fmla="*/ 55 w 158"/>
                <a:gd name="T25" fmla="*/ 93 h 249"/>
                <a:gd name="T26" fmla="*/ 72 w 158"/>
                <a:gd name="T27" fmla="*/ 103 h 249"/>
                <a:gd name="T28" fmla="*/ 90 w 158"/>
                <a:gd name="T29" fmla="*/ 110 h 249"/>
                <a:gd name="T30" fmla="*/ 109 w 158"/>
                <a:gd name="T31" fmla="*/ 114 h 249"/>
                <a:gd name="T32" fmla="*/ 128 w 158"/>
                <a:gd name="T33" fmla="*/ 124 h 249"/>
                <a:gd name="T34" fmla="*/ 144 w 158"/>
                <a:gd name="T35" fmla="*/ 135 h 249"/>
                <a:gd name="T36" fmla="*/ 156 w 158"/>
                <a:gd name="T37" fmla="*/ 151 h 249"/>
                <a:gd name="T38" fmla="*/ 158 w 158"/>
                <a:gd name="T39" fmla="*/ 177 h 249"/>
                <a:gd name="T40" fmla="*/ 156 w 158"/>
                <a:gd name="T41" fmla="*/ 203 h 249"/>
                <a:gd name="T42" fmla="*/ 144 w 158"/>
                <a:gd name="T43" fmla="*/ 221 h 249"/>
                <a:gd name="T44" fmla="*/ 125 w 158"/>
                <a:gd name="T45" fmla="*/ 238 h 249"/>
                <a:gd name="T46" fmla="*/ 102 w 158"/>
                <a:gd name="T47" fmla="*/ 247 h 249"/>
                <a:gd name="T48" fmla="*/ 76 w 158"/>
                <a:gd name="T49" fmla="*/ 249 h 249"/>
                <a:gd name="T50" fmla="*/ 46 w 158"/>
                <a:gd name="T51" fmla="*/ 247 h 249"/>
                <a:gd name="T52" fmla="*/ 21 w 158"/>
                <a:gd name="T53" fmla="*/ 235 h 249"/>
                <a:gd name="T54" fmla="*/ 0 w 158"/>
                <a:gd name="T55" fmla="*/ 217 h 249"/>
                <a:gd name="T56" fmla="*/ 28 w 158"/>
                <a:gd name="T57" fmla="*/ 193 h 249"/>
                <a:gd name="T58" fmla="*/ 41 w 158"/>
                <a:gd name="T59" fmla="*/ 210 h 249"/>
                <a:gd name="T60" fmla="*/ 58 w 158"/>
                <a:gd name="T61" fmla="*/ 217 h 249"/>
                <a:gd name="T62" fmla="*/ 76 w 158"/>
                <a:gd name="T63" fmla="*/ 219 h 249"/>
                <a:gd name="T64" fmla="*/ 93 w 158"/>
                <a:gd name="T65" fmla="*/ 217 h 249"/>
                <a:gd name="T66" fmla="*/ 109 w 158"/>
                <a:gd name="T67" fmla="*/ 210 h 249"/>
                <a:gd name="T68" fmla="*/ 121 w 158"/>
                <a:gd name="T69" fmla="*/ 198 h 249"/>
                <a:gd name="T70" fmla="*/ 125 w 158"/>
                <a:gd name="T71" fmla="*/ 179 h 249"/>
                <a:gd name="T72" fmla="*/ 121 w 158"/>
                <a:gd name="T73" fmla="*/ 165 h 249"/>
                <a:gd name="T74" fmla="*/ 109 w 158"/>
                <a:gd name="T75" fmla="*/ 154 h 249"/>
                <a:gd name="T76" fmla="*/ 95 w 158"/>
                <a:gd name="T77" fmla="*/ 147 h 249"/>
                <a:gd name="T78" fmla="*/ 76 w 158"/>
                <a:gd name="T79" fmla="*/ 140 h 249"/>
                <a:gd name="T80" fmla="*/ 55 w 158"/>
                <a:gd name="T81" fmla="*/ 133 h 249"/>
                <a:gd name="T82" fmla="*/ 37 w 158"/>
                <a:gd name="T83" fmla="*/ 126 h 249"/>
                <a:gd name="T84" fmla="*/ 23 w 158"/>
                <a:gd name="T85" fmla="*/ 112 h 249"/>
                <a:gd name="T86" fmla="*/ 11 w 158"/>
                <a:gd name="T87" fmla="*/ 93 h 249"/>
                <a:gd name="T88" fmla="*/ 7 w 158"/>
                <a:gd name="T89" fmla="*/ 65 h 249"/>
                <a:gd name="T90" fmla="*/ 9 w 158"/>
                <a:gd name="T91" fmla="*/ 49 h 249"/>
                <a:gd name="T92" fmla="*/ 18 w 158"/>
                <a:gd name="T93" fmla="*/ 30 h 249"/>
                <a:gd name="T94" fmla="*/ 35 w 158"/>
                <a:gd name="T95" fmla="*/ 14 h 249"/>
                <a:gd name="T96" fmla="*/ 58 w 158"/>
                <a:gd name="T97" fmla="*/ 2 h 249"/>
                <a:gd name="T98" fmla="*/ 88 w 158"/>
                <a:gd name="T99" fmla="*/ 0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8" h="249">
                  <a:moveTo>
                    <a:pt x="88" y="0"/>
                  </a:moveTo>
                  <a:lnTo>
                    <a:pt x="114" y="2"/>
                  </a:lnTo>
                  <a:lnTo>
                    <a:pt x="137" y="9"/>
                  </a:lnTo>
                  <a:lnTo>
                    <a:pt x="156" y="26"/>
                  </a:lnTo>
                  <a:lnTo>
                    <a:pt x="130" y="51"/>
                  </a:lnTo>
                  <a:lnTo>
                    <a:pt x="114" y="35"/>
                  </a:lnTo>
                  <a:lnTo>
                    <a:pt x="88" y="30"/>
                  </a:lnTo>
                  <a:lnTo>
                    <a:pt x="65" y="33"/>
                  </a:lnTo>
                  <a:lnTo>
                    <a:pt x="51" y="42"/>
                  </a:lnTo>
                  <a:lnTo>
                    <a:pt x="44" y="54"/>
                  </a:lnTo>
                  <a:lnTo>
                    <a:pt x="41" y="65"/>
                  </a:lnTo>
                  <a:lnTo>
                    <a:pt x="46" y="84"/>
                  </a:lnTo>
                  <a:lnTo>
                    <a:pt x="55" y="93"/>
                  </a:lnTo>
                  <a:lnTo>
                    <a:pt x="72" y="103"/>
                  </a:lnTo>
                  <a:lnTo>
                    <a:pt x="90" y="110"/>
                  </a:lnTo>
                  <a:lnTo>
                    <a:pt x="109" y="114"/>
                  </a:lnTo>
                  <a:lnTo>
                    <a:pt x="128" y="124"/>
                  </a:lnTo>
                  <a:lnTo>
                    <a:pt x="144" y="135"/>
                  </a:lnTo>
                  <a:lnTo>
                    <a:pt x="156" y="151"/>
                  </a:lnTo>
                  <a:lnTo>
                    <a:pt x="158" y="177"/>
                  </a:lnTo>
                  <a:lnTo>
                    <a:pt x="156" y="203"/>
                  </a:lnTo>
                  <a:lnTo>
                    <a:pt x="144" y="221"/>
                  </a:lnTo>
                  <a:lnTo>
                    <a:pt x="125" y="238"/>
                  </a:lnTo>
                  <a:lnTo>
                    <a:pt x="102" y="247"/>
                  </a:lnTo>
                  <a:lnTo>
                    <a:pt x="76" y="249"/>
                  </a:lnTo>
                  <a:lnTo>
                    <a:pt x="46" y="247"/>
                  </a:lnTo>
                  <a:lnTo>
                    <a:pt x="21" y="235"/>
                  </a:lnTo>
                  <a:lnTo>
                    <a:pt x="0" y="217"/>
                  </a:lnTo>
                  <a:lnTo>
                    <a:pt x="28" y="193"/>
                  </a:lnTo>
                  <a:lnTo>
                    <a:pt x="41" y="210"/>
                  </a:lnTo>
                  <a:lnTo>
                    <a:pt x="58" y="217"/>
                  </a:lnTo>
                  <a:lnTo>
                    <a:pt x="76" y="219"/>
                  </a:lnTo>
                  <a:lnTo>
                    <a:pt x="93" y="217"/>
                  </a:lnTo>
                  <a:lnTo>
                    <a:pt x="109" y="210"/>
                  </a:lnTo>
                  <a:lnTo>
                    <a:pt x="121" y="198"/>
                  </a:lnTo>
                  <a:lnTo>
                    <a:pt x="125" y="179"/>
                  </a:lnTo>
                  <a:lnTo>
                    <a:pt x="121" y="165"/>
                  </a:lnTo>
                  <a:lnTo>
                    <a:pt x="109" y="154"/>
                  </a:lnTo>
                  <a:lnTo>
                    <a:pt x="95" y="147"/>
                  </a:lnTo>
                  <a:lnTo>
                    <a:pt x="76" y="140"/>
                  </a:lnTo>
                  <a:lnTo>
                    <a:pt x="55" y="133"/>
                  </a:lnTo>
                  <a:lnTo>
                    <a:pt x="37" y="126"/>
                  </a:lnTo>
                  <a:lnTo>
                    <a:pt x="23" y="112"/>
                  </a:lnTo>
                  <a:lnTo>
                    <a:pt x="11" y="93"/>
                  </a:lnTo>
                  <a:lnTo>
                    <a:pt x="7" y="65"/>
                  </a:lnTo>
                  <a:lnTo>
                    <a:pt x="9" y="49"/>
                  </a:lnTo>
                  <a:lnTo>
                    <a:pt x="18" y="30"/>
                  </a:lnTo>
                  <a:lnTo>
                    <a:pt x="35" y="14"/>
                  </a:lnTo>
                  <a:lnTo>
                    <a:pt x="58" y="2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11136313" y="-503238"/>
              <a:ext cx="254000" cy="381000"/>
            </a:xfrm>
            <a:custGeom>
              <a:avLst/>
              <a:gdLst>
                <a:gd name="T0" fmla="*/ 0 w 160"/>
                <a:gd name="T1" fmla="*/ 0 h 240"/>
                <a:gd name="T2" fmla="*/ 153 w 160"/>
                <a:gd name="T3" fmla="*/ 0 h 240"/>
                <a:gd name="T4" fmla="*/ 153 w 160"/>
                <a:gd name="T5" fmla="*/ 30 h 240"/>
                <a:gd name="T6" fmla="*/ 32 w 160"/>
                <a:gd name="T7" fmla="*/ 30 h 240"/>
                <a:gd name="T8" fmla="*/ 32 w 160"/>
                <a:gd name="T9" fmla="*/ 102 h 240"/>
                <a:gd name="T10" fmla="*/ 146 w 160"/>
                <a:gd name="T11" fmla="*/ 102 h 240"/>
                <a:gd name="T12" fmla="*/ 146 w 160"/>
                <a:gd name="T13" fmla="*/ 133 h 240"/>
                <a:gd name="T14" fmla="*/ 32 w 160"/>
                <a:gd name="T15" fmla="*/ 133 h 240"/>
                <a:gd name="T16" fmla="*/ 32 w 160"/>
                <a:gd name="T17" fmla="*/ 209 h 240"/>
                <a:gd name="T18" fmla="*/ 160 w 160"/>
                <a:gd name="T19" fmla="*/ 209 h 240"/>
                <a:gd name="T20" fmla="*/ 160 w 160"/>
                <a:gd name="T21" fmla="*/ 240 h 240"/>
                <a:gd name="T22" fmla="*/ 0 w 160"/>
                <a:gd name="T23" fmla="*/ 240 h 240"/>
                <a:gd name="T24" fmla="*/ 0 w 160"/>
                <a:gd name="T25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0" h="240">
                  <a:moveTo>
                    <a:pt x="0" y="0"/>
                  </a:moveTo>
                  <a:lnTo>
                    <a:pt x="153" y="0"/>
                  </a:lnTo>
                  <a:lnTo>
                    <a:pt x="153" y="30"/>
                  </a:lnTo>
                  <a:lnTo>
                    <a:pt x="32" y="30"/>
                  </a:lnTo>
                  <a:lnTo>
                    <a:pt x="32" y="102"/>
                  </a:lnTo>
                  <a:lnTo>
                    <a:pt x="146" y="102"/>
                  </a:lnTo>
                  <a:lnTo>
                    <a:pt x="146" y="133"/>
                  </a:lnTo>
                  <a:lnTo>
                    <a:pt x="32" y="133"/>
                  </a:lnTo>
                  <a:lnTo>
                    <a:pt x="32" y="209"/>
                  </a:lnTo>
                  <a:lnTo>
                    <a:pt x="160" y="209"/>
                  </a:lnTo>
                  <a:lnTo>
                    <a:pt x="160" y="240"/>
                  </a:lnTo>
                  <a:lnTo>
                    <a:pt x="0" y="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11428413" y="-511175"/>
              <a:ext cx="339725" cy="395288"/>
            </a:xfrm>
            <a:custGeom>
              <a:avLst/>
              <a:gdLst>
                <a:gd name="T0" fmla="*/ 125 w 214"/>
                <a:gd name="T1" fmla="*/ 0 h 249"/>
                <a:gd name="T2" fmla="*/ 156 w 214"/>
                <a:gd name="T3" fmla="*/ 2 h 249"/>
                <a:gd name="T4" fmla="*/ 186 w 214"/>
                <a:gd name="T5" fmla="*/ 16 h 249"/>
                <a:gd name="T6" fmla="*/ 209 w 214"/>
                <a:gd name="T7" fmla="*/ 37 h 249"/>
                <a:gd name="T8" fmla="*/ 181 w 214"/>
                <a:gd name="T9" fmla="*/ 56 h 249"/>
                <a:gd name="T10" fmla="*/ 165 w 214"/>
                <a:gd name="T11" fmla="*/ 42 h 249"/>
                <a:gd name="T12" fmla="*/ 146 w 214"/>
                <a:gd name="T13" fmla="*/ 33 h 249"/>
                <a:gd name="T14" fmla="*/ 123 w 214"/>
                <a:gd name="T15" fmla="*/ 30 h 249"/>
                <a:gd name="T16" fmla="*/ 95 w 214"/>
                <a:gd name="T17" fmla="*/ 35 h 249"/>
                <a:gd name="T18" fmla="*/ 69 w 214"/>
                <a:gd name="T19" fmla="*/ 49 h 249"/>
                <a:gd name="T20" fmla="*/ 51 w 214"/>
                <a:gd name="T21" fmla="*/ 70 h 249"/>
                <a:gd name="T22" fmla="*/ 39 w 214"/>
                <a:gd name="T23" fmla="*/ 96 h 249"/>
                <a:gd name="T24" fmla="*/ 34 w 214"/>
                <a:gd name="T25" fmla="*/ 126 h 249"/>
                <a:gd name="T26" fmla="*/ 39 w 214"/>
                <a:gd name="T27" fmla="*/ 156 h 249"/>
                <a:gd name="T28" fmla="*/ 51 w 214"/>
                <a:gd name="T29" fmla="*/ 182 h 249"/>
                <a:gd name="T30" fmla="*/ 69 w 214"/>
                <a:gd name="T31" fmla="*/ 200 h 249"/>
                <a:gd name="T32" fmla="*/ 93 w 214"/>
                <a:gd name="T33" fmla="*/ 214 h 249"/>
                <a:gd name="T34" fmla="*/ 123 w 214"/>
                <a:gd name="T35" fmla="*/ 219 h 249"/>
                <a:gd name="T36" fmla="*/ 149 w 214"/>
                <a:gd name="T37" fmla="*/ 217 h 249"/>
                <a:gd name="T38" fmla="*/ 169 w 214"/>
                <a:gd name="T39" fmla="*/ 205 h 249"/>
                <a:gd name="T40" fmla="*/ 186 w 214"/>
                <a:gd name="T41" fmla="*/ 189 h 249"/>
                <a:gd name="T42" fmla="*/ 214 w 214"/>
                <a:gd name="T43" fmla="*/ 207 h 249"/>
                <a:gd name="T44" fmla="*/ 207 w 214"/>
                <a:gd name="T45" fmla="*/ 217 h 249"/>
                <a:gd name="T46" fmla="*/ 195 w 214"/>
                <a:gd name="T47" fmla="*/ 228 h 249"/>
                <a:gd name="T48" fmla="*/ 176 w 214"/>
                <a:gd name="T49" fmla="*/ 238 h 249"/>
                <a:gd name="T50" fmla="*/ 153 w 214"/>
                <a:gd name="T51" fmla="*/ 247 h 249"/>
                <a:gd name="T52" fmla="*/ 123 w 214"/>
                <a:gd name="T53" fmla="*/ 249 h 249"/>
                <a:gd name="T54" fmla="*/ 88 w 214"/>
                <a:gd name="T55" fmla="*/ 245 h 249"/>
                <a:gd name="T56" fmla="*/ 58 w 214"/>
                <a:gd name="T57" fmla="*/ 231 h 249"/>
                <a:gd name="T58" fmla="*/ 32 w 214"/>
                <a:gd name="T59" fmla="*/ 212 h 249"/>
                <a:gd name="T60" fmla="*/ 16 w 214"/>
                <a:gd name="T61" fmla="*/ 186 h 249"/>
                <a:gd name="T62" fmla="*/ 4 w 214"/>
                <a:gd name="T63" fmla="*/ 156 h 249"/>
                <a:gd name="T64" fmla="*/ 0 w 214"/>
                <a:gd name="T65" fmla="*/ 126 h 249"/>
                <a:gd name="T66" fmla="*/ 7 w 214"/>
                <a:gd name="T67" fmla="*/ 84 h 249"/>
                <a:gd name="T68" fmla="*/ 23 w 214"/>
                <a:gd name="T69" fmla="*/ 49 h 249"/>
                <a:gd name="T70" fmla="*/ 48 w 214"/>
                <a:gd name="T71" fmla="*/ 23 h 249"/>
                <a:gd name="T72" fmla="*/ 83 w 214"/>
                <a:gd name="T73" fmla="*/ 5 h 249"/>
                <a:gd name="T74" fmla="*/ 125 w 214"/>
                <a:gd name="T75" fmla="*/ 0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14" h="249">
                  <a:moveTo>
                    <a:pt x="125" y="0"/>
                  </a:moveTo>
                  <a:lnTo>
                    <a:pt x="156" y="2"/>
                  </a:lnTo>
                  <a:lnTo>
                    <a:pt x="186" y="16"/>
                  </a:lnTo>
                  <a:lnTo>
                    <a:pt x="209" y="37"/>
                  </a:lnTo>
                  <a:lnTo>
                    <a:pt x="181" y="56"/>
                  </a:lnTo>
                  <a:lnTo>
                    <a:pt x="165" y="42"/>
                  </a:lnTo>
                  <a:lnTo>
                    <a:pt x="146" y="33"/>
                  </a:lnTo>
                  <a:lnTo>
                    <a:pt x="123" y="30"/>
                  </a:lnTo>
                  <a:lnTo>
                    <a:pt x="95" y="35"/>
                  </a:lnTo>
                  <a:lnTo>
                    <a:pt x="69" y="49"/>
                  </a:lnTo>
                  <a:lnTo>
                    <a:pt x="51" y="70"/>
                  </a:lnTo>
                  <a:lnTo>
                    <a:pt x="39" y="96"/>
                  </a:lnTo>
                  <a:lnTo>
                    <a:pt x="34" y="126"/>
                  </a:lnTo>
                  <a:lnTo>
                    <a:pt x="39" y="156"/>
                  </a:lnTo>
                  <a:lnTo>
                    <a:pt x="51" y="182"/>
                  </a:lnTo>
                  <a:lnTo>
                    <a:pt x="69" y="200"/>
                  </a:lnTo>
                  <a:lnTo>
                    <a:pt x="93" y="214"/>
                  </a:lnTo>
                  <a:lnTo>
                    <a:pt x="123" y="219"/>
                  </a:lnTo>
                  <a:lnTo>
                    <a:pt x="149" y="217"/>
                  </a:lnTo>
                  <a:lnTo>
                    <a:pt x="169" y="205"/>
                  </a:lnTo>
                  <a:lnTo>
                    <a:pt x="186" y="189"/>
                  </a:lnTo>
                  <a:lnTo>
                    <a:pt x="214" y="207"/>
                  </a:lnTo>
                  <a:lnTo>
                    <a:pt x="207" y="217"/>
                  </a:lnTo>
                  <a:lnTo>
                    <a:pt x="195" y="228"/>
                  </a:lnTo>
                  <a:lnTo>
                    <a:pt x="176" y="238"/>
                  </a:lnTo>
                  <a:lnTo>
                    <a:pt x="153" y="247"/>
                  </a:lnTo>
                  <a:lnTo>
                    <a:pt x="123" y="249"/>
                  </a:lnTo>
                  <a:lnTo>
                    <a:pt x="88" y="245"/>
                  </a:lnTo>
                  <a:lnTo>
                    <a:pt x="58" y="231"/>
                  </a:lnTo>
                  <a:lnTo>
                    <a:pt x="32" y="212"/>
                  </a:lnTo>
                  <a:lnTo>
                    <a:pt x="16" y="186"/>
                  </a:lnTo>
                  <a:lnTo>
                    <a:pt x="4" y="156"/>
                  </a:lnTo>
                  <a:lnTo>
                    <a:pt x="0" y="126"/>
                  </a:lnTo>
                  <a:lnTo>
                    <a:pt x="7" y="84"/>
                  </a:lnTo>
                  <a:lnTo>
                    <a:pt x="23" y="49"/>
                  </a:lnTo>
                  <a:lnTo>
                    <a:pt x="48" y="23"/>
                  </a:lnTo>
                  <a:lnTo>
                    <a:pt x="83" y="5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11812588" y="-503238"/>
              <a:ext cx="290513" cy="387350"/>
            </a:xfrm>
            <a:custGeom>
              <a:avLst/>
              <a:gdLst>
                <a:gd name="T0" fmla="*/ 0 w 183"/>
                <a:gd name="T1" fmla="*/ 0 h 244"/>
                <a:gd name="T2" fmla="*/ 32 w 183"/>
                <a:gd name="T3" fmla="*/ 0 h 244"/>
                <a:gd name="T4" fmla="*/ 32 w 183"/>
                <a:gd name="T5" fmla="*/ 146 h 244"/>
                <a:gd name="T6" fmla="*/ 35 w 183"/>
                <a:gd name="T7" fmla="*/ 165 h 244"/>
                <a:gd name="T8" fmla="*/ 39 w 183"/>
                <a:gd name="T9" fmla="*/ 184 h 244"/>
                <a:gd name="T10" fmla="*/ 51 w 183"/>
                <a:gd name="T11" fmla="*/ 200 h 244"/>
                <a:gd name="T12" fmla="*/ 67 w 183"/>
                <a:gd name="T13" fmla="*/ 212 h 244"/>
                <a:gd name="T14" fmla="*/ 93 w 183"/>
                <a:gd name="T15" fmla="*/ 214 h 244"/>
                <a:gd name="T16" fmla="*/ 116 w 183"/>
                <a:gd name="T17" fmla="*/ 212 h 244"/>
                <a:gd name="T18" fmla="*/ 132 w 183"/>
                <a:gd name="T19" fmla="*/ 200 h 244"/>
                <a:gd name="T20" fmla="*/ 144 w 183"/>
                <a:gd name="T21" fmla="*/ 184 h 244"/>
                <a:gd name="T22" fmla="*/ 151 w 183"/>
                <a:gd name="T23" fmla="*/ 165 h 244"/>
                <a:gd name="T24" fmla="*/ 151 w 183"/>
                <a:gd name="T25" fmla="*/ 146 h 244"/>
                <a:gd name="T26" fmla="*/ 151 w 183"/>
                <a:gd name="T27" fmla="*/ 0 h 244"/>
                <a:gd name="T28" fmla="*/ 183 w 183"/>
                <a:gd name="T29" fmla="*/ 0 h 244"/>
                <a:gd name="T30" fmla="*/ 183 w 183"/>
                <a:gd name="T31" fmla="*/ 151 h 244"/>
                <a:gd name="T32" fmla="*/ 179 w 183"/>
                <a:gd name="T33" fmla="*/ 184 h 244"/>
                <a:gd name="T34" fmla="*/ 167 w 183"/>
                <a:gd name="T35" fmla="*/ 209 h 244"/>
                <a:gd name="T36" fmla="*/ 146 w 183"/>
                <a:gd name="T37" fmla="*/ 228 h 244"/>
                <a:gd name="T38" fmla="*/ 121 w 183"/>
                <a:gd name="T39" fmla="*/ 240 h 244"/>
                <a:gd name="T40" fmla="*/ 93 w 183"/>
                <a:gd name="T41" fmla="*/ 244 h 244"/>
                <a:gd name="T42" fmla="*/ 62 w 183"/>
                <a:gd name="T43" fmla="*/ 240 h 244"/>
                <a:gd name="T44" fmla="*/ 37 w 183"/>
                <a:gd name="T45" fmla="*/ 228 h 244"/>
                <a:gd name="T46" fmla="*/ 16 w 183"/>
                <a:gd name="T47" fmla="*/ 209 h 244"/>
                <a:gd name="T48" fmla="*/ 4 w 183"/>
                <a:gd name="T49" fmla="*/ 184 h 244"/>
                <a:gd name="T50" fmla="*/ 0 w 183"/>
                <a:gd name="T51" fmla="*/ 151 h 244"/>
                <a:gd name="T52" fmla="*/ 0 w 183"/>
                <a:gd name="T5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3" h="244">
                  <a:moveTo>
                    <a:pt x="0" y="0"/>
                  </a:moveTo>
                  <a:lnTo>
                    <a:pt x="32" y="0"/>
                  </a:lnTo>
                  <a:lnTo>
                    <a:pt x="32" y="146"/>
                  </a:lnTo>
                  <a:lnTo>
                    <a:pt x="35" y="165"/>
                  </a:lnTo>
                  <a:lnTo>
                    <a:pt x="39" y="184"/>
                  </a:lnTo>
                  <a:lnTo>
                    <a:pt x="51" y="200"/>
                  </a:lnTo>
                  <a:lnTo>
                    <a:pt x="67" y="212"/>
                  </a:lnTo>
                  <a:lnTo>
                    <a:pt x="93" y="214"/>
                  </a:lnTo>
                  <a:lnTo>
                    <a:pt x="116" y="212"/>
                  </a:lnTo>
                  <a:lnTo>
                    <a:pt x="132" y="200"/>
                  </a:lnTo>
                  <a:lnTo>
                    <a:pt x="144" y="184"/>
                  </a:lnTo>
                  <a:lnTo>
                    <a:pt x="151" y="165"/>
                  </a:lnTo>
                  <a:lnTo>
                    <a:pt x="151" y="146"/>
                  </a:lnTo>
                  <a:lnTo>
                    <a:pt x="151" y="0"/>
                  </a:lnTo>
                  <a:lnTo>
                    <a:pt x="183" y="0"/>
                  </a:lnTo>
                  <a:lnTo>
                    <a:pt x="183" y="151"/>
                  </a:lnTo>
                  <a:lnTo>
                    <a:pt x="179" y="184"/>
                  </a:lnTo>
                  <a:lnTo>
                    <a:pt x="167" y="209"/>
                  </a:lnTo>
                  <a:lnTo>
                    <a:pt x="146" y="228"/>
                  </a:lnTo>
                  <a:lnTo>
                    <a:pt x="121" y="240"/>
                  </a:lnTo>
                  <a:lnTo>
                    <a:pt x="93" y="244"/>
                  </a:lnTo>
                  <a:lnTo>
                    <a:pt x="62" y="240"/>
                  </a:lnTo>
                  <a:lnTo>
                    <a:pt x="37" y="228"/>
                  </a:lnTo>
                  <a:lnTo>
                    <a:pt x="16" y="209"/>
                  </a:lnTo>
                  <a:lnTo>
                    <a:pt x="4" y="184"/>
                  </a:lnTo>
                  <a:lnTo>
                    <a:pt x="0" y="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8"/>
            <p:cNvSpPr>
              <a:spLocks noEditPoints="1"/>
            </p:cNvSpPr>
            <p:nvPr userDrawn="1"/>
          </p:nvSpPr>
          <p:spPr bwMode="auto">
            <a:xfrm>
              <a:off x="12196763" y="-503238"/>
              <a:ext cx="269875" cy="381000"/>
            </a:xfrm>
            <a:custGeom>
              <a:avLst/>
              <a:gdLst>
                <a:gd name="T0" fmla="*/ 32 w 170"/>
                <a:gd name="T1" fmla="*/ 28 h 240"/>
                <a:gd name="T2" fmla="*/ 32 w 170"/>
                <a:gd name="T3" fmla="*/ 105 h 240"/>
                <a:gd name="T4" fmla="*/ 74 w 170"/>
                <a:gd name="T5" fmla="*/ 105 h 240"/>
                <a:gd name="T6" fmla="*/ 88 w 170"/>
                <a:gd name="T7" fmla="*/ 105 h 240"/>
                <a:gd name="T8" fmla="*/ 102 w 170"/>
                <a:gd name="T9" fmla="*/ 102 h 240"/>
                <a:gd name="T10" fmla="*/ 114 w 170"/>
                <a:gd name="T11" fmla="*/ 95 h 240"/>
                <a:gd name="T12" fmla="*/ 123 w 170"/>
                <a:gd name="T13" fmla="*/ 84 h 240"/>
                <a:gd name="T14" fmla="*/ 125 w 170"/>
                <a:gd name="T15" fmla="*/ 67 h 240"/>
                <a:gd name="T16" fmla="*/ 123 w 170"/>
                <a:gd name="T17" fmla="*/ 51 h 240"/>
                <a:gd name="T18" fmla="*/ 114 w 170"/>
                <a:gd name="T19" fmla="*/ 39 h 240"/>
                <a:gd name="T20" fmla="*/ 102 w 170"/>
                <a:gd name="T21" fmla="*/ 32 h 240"/>
                <a:gd name="T22" fmla="*/ 88 w 170"/>
                <a:gd name="T23" fmla="*/ 30 h 240"/>
                <a:gd name="T24" fmla="*/ 74 w 170"/>
                <a:gd name="T25" fmla="*/ 28 h 240"/>
                <a:gd name="T26" fmla="*/ 32 w 170"/>
                <a:gd name="T27" fmla="*/ 28 h 240"/>
                <a:gd name="T28" fmla="*/ 0 w 170"/>
                <a:gd name="T29" fmla="*/ 0 h 240"/>
                <a:gd name="T30" fmla="*/ 83 w 170"/>
                <a:gd name="T31" fmla="*/ 0 h 240"/>
                <a:gd name="T32" fmla="*/ 109 w 170"/>
                <a:gd name="T33" fmla="*/ 2 h 240"/>
                <a:gd name="T34" fmla="*/ 130 w 170"/>
                <a:gd name="T35" fmla="*/ 11 h 240"/>
                <a:gd name="T36" fmla="*/ 144 w 170"/>
                <a:gd name="T37" fmla="*/ 23 h 240"/>
                <a:gd name="T38" fmla="*/ 153 w 170"/>
                <a:gd name="T39" fmla="*/ 37 h 240"/>
                <a:gd name="T40" fmla="*/ 158 w 170"/>
                <a:gd name="T41" fmla="*/ 51 h 240"/>
                <a:gd name="T42" fmla="*/ 160 w 170"/>
                <a:gd name="T43" fmla="*/ 67 h 240"/>
                <a:gd name="T44" fmla="*/ 156 w 170"/>
                <a:gd name="T45" fmla="*/ 88 h 240"/>
                <a:gd name="T46" fmla="*/ 144 w 170"/>
                <a:gd name="T47" fmla="*/ 109 h 240"/>
                <a:gd name="T48" fmla="*/ 125 w 170"/>
                <a:gd name="T49" fmla="*/ 123 h 240"/>
                <a:gd name="T50" fmla="*/ 102 w 170"/>
                <a:gd name="T51" fmla="*/ 130 h 240"/>
                <a:gd name="T52" fmla="*/ 170 w 170"/>
                <a:gd name="T53" fmla="*/ 240 h 240"/>
                <a:gd name="T54" fmla="*/ 128 w 170"/>
                <a:gd name="T55" fmla="*/ 240 h 240"/>
                <a:gd name="T56" fmla="*/ 67 w 170"/>
                <a:gd name="T57" fmla="*/ 135 h 240"/>
                <a:gd name="T58" fmla="*/ 32 w 170"/>
                <a:gd name="T59" fmla="*/ 135 h 240"/>
                <a:gd name="T60" fmla="*/ 32 w 170"/>
                <a:gd name="T61" fmla="*/ 240 h 240"/>
                <a:gd name="T62" fmla="*/ 0 w 170"/>
                <a:gd name="T63" fmla="*/ 240 h 240"/>
                <a:gd name="T64" fmla="*/ 0 w 170"/>
                <a:gd name="T65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0" h="240">
                  <a:moveTo>
                    <a:pt x="32" y="28"/>
                  </a:moveTo>
                  <a:lnTo>
                    <a:pt x="32" y="105"/>
                  </a:lnTo>
                  <a:lnTo>
                    <a:pt x="74" y="105"/>
                  </a:lnTo>
                  <a:lnTo>
                    <a:pt x="88" y="105"/>
                  </a:lnTo>
                  <a:lnTo>
                    <a:pt x="102" y="102"/>
                  </a:lnTo>
                  <a:lnTo>
                    <a:pt x="114" y="95"/>
                  </a:lnTo>
                  <a:lnTo>
                    <a:pt x="123" y="84"/>
                  </a:lnTo>
                  <a:lnTo>
                    <a:pt x="125" y="67"/>
                  </a:lnTo>
                  <a:lnTo>
                    <a:pt x="123" y="51"/>
                  </a:lnTo>
                  <a:lnTo>
                    <a:pt x="114" y="39"/>
                  </a:lnTo>
                  <a:lnTo>
                    <a:pt x="102" y="32"/>
                  </a:lnTo>
                  <a:lnTo>
                    <a:pt x="88" y="30"/>
                  </a:lnTo>
                  <a:lnTo>
                    <a:pt x="74" y="28"/>
                  </a:lnTo>
                  <a:lnTo>
                    <a:pt x="32" y="28"/>
                  </a:lnTo>
                  <a:close/>
                  <a:moveTo>
                    <a:pt x="0" y="0"/>
                  </a:moveTo>
                  <a:lnTo>
                    <a:pt x="83" y="0"/>
                  </a:lnTo>
                  <a:lnTo>
                    <a:pt x="109" y="2"/>
                  </a:lnTo>
                  <a:lnTo>
                    <a:pt x="130" y="11"/>
                  </a:lnTo>
                  <a:lnTo>
                    <a:pt x="144" y="23"/>
                  </a:lnTo>
                  <a:lnTo>
                    <a:pt x="153" y="37"/>
                  </a:lnTo>
                  <a:lnTo>
                    <a:pt x="158" y="51"/>
                  </a:lnTo>
                  <a:lnTo>
                    <a:pt x="160" y="67"/>
                  </a:lnTo>
                  <a:lnTo>
                    <a:pt x="156" y="88"/>
                  </a:lnTo>
                  <a:lnTo>
                    <a:pt x="144" y="109"/>
                  </a:lnTo>
                  <a:lnTo>
                    <a:pt x="125" y="123"/>
                  </a:lnTo>
                  <a:lnTo>
                    <a:pt x="102" y="130"/>
                  </a:lnTo>
                  <a:lnTo>
                    <a:pt x="170" y="240"/>
                  </a:lnTo>
                  <a:lnTo>
                    <a:pt x="128" y="240"/>
                  </a:lnTo>
                  <a:lnTo>
                    <a:pt x="67" y="135"/>
                  </a:lnTo>
                  <a:lnTo>
                    <a:pt x="32" y="135"/>
                  </a:lnTo>
                  <a:lnTo>
                    <a:pt x="32" y="240"/>
                  </a:lnTo>
                  <a:lnTo>
                    <a:pt x="0" y="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12520613" y="-503238"/>
              <a:ext cx="255588" cy="381000"/>
            </a:xfrm>
            <a:custGeom>
              <a:avLst/>
              <a:gdLst>
                <a:gd name="T0" fmla="*/ 0 w 161"/>
                <a:gd name="T1" fmla="*/ 0 h 240"/>
                <a:gd name="T2" fmla="*/ 156 w 161"/>
                <a:gd name="T3" fmla="*/ 0 h 240"/>
                <a:gd name="T4" fmla="*/ 156 w 161"/>
                <a:gd name="T5" fmla="*/ 30 h 240"/>
                <a:gd name="T6" fmla="*/ 33 w 161"/>
                <a:gd name="T7" fmla="*/ 30 h 240"/>
                <a:gd name="T8" fmla="*/ 33 w 161"/>
                <a:gd name="T9" fmla="*/ 102 h 240"/>
                <a:gd name="T10" fmla="*/ 147 w 161"/>
                <a:gd name="T11" fmla="*/ 102 h 240"/>
                <a:gd name="T12" fmla="*/ 147 w 161"/>
                <a:gd name="T13" fmla="*/ 133 h 240"/>
                <a:gd name="T14" fmla="*/ 33 w 161"/>
                <a:gd name="T15" fmla="*/ 133 h 240"/>
                <a:gd name="T16" fmla="*/ 33 w 161"/>
                <a:gd name="T17" fmla="*/ 209 h 240"/>
                <a:gd name="T18" fmla="*/ 161 w 161"/>
                <a:gd name="T19" fmla="*/ 209 h 240"/>
                <a:gd name="T20" fmla="*/ 161 w 161"/>
                <a:gd name="T21" fmla="*/ 240 h 240"/>
                <a:gd name="T22" fmla="*/ 0 w 161"/>
                <a:gd name="T23" fmla="*/ 240 h 240"/>
                <a:gd name="T24" fmla="*/ 0 w 161"/>
                <a:gd name="T25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1" h="240">
                  <a:moveTo>
                    <a:pt x="0" y="0"/>
                  </a:moveTo>
                  <a:lnTo>
                    <a:pt x="156" y="0"/>
                  </a:lnTo>
                  <a:lnTo>
                    <a:pt x="156" y="30"/>
                  </a:lnTo>
                  <a:lnTo>
                    <a:pt x="33" y="30"/>
                  </a:lnTo>
                  <a:lnTo>
                    <a:pt x="33" y="102"/>
                  </a:lnTo>
                  <a:lnTo>
                    <a:pt x="147" y="102"/>
                  </a:lnTo>
                  <a:lnTo>
                    <a:pt x="147" y="133"/>
                  </a:lnTo>
                  <a:lnTo>
                    <a:pt x="33" y="133"/>
                  </a:lnTo>
                  <a:lnTo>
                    <a:pt x="33" y="209"/>
                  </a:lnTo>
                  <a:lnTo>
                    <a:pt x="161" y="209"/>
                  </a:lnTo>
                  <a:lnTo>
                    <a:pt x="161" y="240"/>
                  </a:lnTo>
                  <a:lnTo>
                    <a:pt x="0" y="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12976225" y="-511175"/>
              <a:ext cx="334963" cy="395288"/>
            </a:xfrm>
            <a:custGeom>
              <a:avLst/>
              <a:gdLst>
                <a:gd name="T0" fmla="*/ 123 w 211"/>
                <a:gd name="T1" fmla="*/ 0 h 249"/>
                <a:gd name="T2" fmla="*/ 156 w 211"/>
                <a:gd name="T3" fmla="*/ 2 h 249"/>
                <a:gd name="T4" fmla="*/ 184 w 211"/>
                <a:gd name="T5" fmla="*/ 16 h 249"/>
                <a:gd name="T6" fmla="*/ 207 w 211"/>
                <a:gd name="T7" fmla="*/ 37 h 249"/>
                <a:gd name="T8" fmla="*/ 181 w 211"/>
                <a:gd name="T9" fmla="*/ 56 h 249"/>
                <a:gd name="T10" fmla="*/ 165 w 211"/>
                <a:gd name="T11" fmla="*/ 42 h 249"/>
                <a:gd name="T12" fmla="*/ 144 w 211"/>
                <a:gd name="T13" fmla="*/ 33 h 249"/>
                <a:gd name="T14" fmla="*/ 123 w 211"/>
                <a:gd name="T15" fmla="*/ 30 h 249"/>
                <a:gd name="T16" fmla="*/ 93 w 211"/>
                <a:gd name="T17" fmla="*/ 35 h 249"/>
                <a:gd name="T18" fmla="*/ 67 w 211"/>
                <a:gd name="T19" fmla="*/ 49 h 249"/>
                <a:gd name="T20" fmla="*/ 49 w 211"/>
                <a:gd name="T21" fmla="*/ 70 h 249"/>
                <a:gd name="T22" fmla="*/ 37 w 211"/>
                <a:gd name="T23" fmla="*/ 96 h 249"/>
                <a:gd name="T24" fmla="*/ 35 w 211"/>
                <a:gd name="T25" fmla="*/ 126 h 249"/>
                <a:gd name="T26" fmla="*/ 37 w 211"/>
                <a:gd name="T27" fmla="*/ 156 h 249"/>
                <a:gd name="T28" fmla="*/ 49 w 211"/>
                <a:gd name="T29" fmla="*/ 182 h 249"/>
                <a:gd name="T30" fmla="*/ 67 w 211"/>
                <a:gd name="T31" fmla="*/ 200 h 249"/>
                <a:gd name="T32" fmla="*/ 93 w 211"/>
                <a:gd name="T33" fmla="*/ 214 h 249"/>
                <a:gd name="T34" fmla="*/ 123 w 211"/>
                <a:gd name="T35" fmla="*/ 219 h 249"/>
                <a:gd name="T36" fmla="*/ 149 w 211"/>
                <a:gd name="T37" fmla="*/ 217 h 249"/>
                <a:gd name="T38" fmla="*/ 170 w 211"/>
                <a:gd name="T39" fmla="*/ 205 h 249"/>
                <a:gd name="T40" fmla="*/ 186 w 211"/>
                <a:gd name="T41" fmla="*/ 189 h 249"/>
                <a:gd name="T42" fmla="*/ 211 w 211"/>
                <a:gd name="T43" fmla="*/ 207 h 249"/>
                <a:gd name="T44" fmla="*/ 205 w 211"/>
                <a:gd name="T45" fmla="*/ 217 h 249"/>
                <a:gd name="T46" fmla="*/ 193 w 211"/>
                <a:gd name="T47" fmla="*/ 228 h 249"/>
                <a:gd name="T48" fmla="*/ 174 w 211"/>
                <a:gd name="T49" fmla="*/ 238 h 249"/>
                <a:gd name="T50" fmla="*/ 151 w 211"/>
                <a:gd name="T51" fmla="*/ 247 h 249"/>
                <a:gd name="T52" fmla="*/ 121 w 211"/>
                <a:gd name="T53" fmla="*/ 249 h 249"/>
                <a:gd name="T54" fmla="*/ 86 w 211"/>
                <a:gd name="T55" fmla="*/ 245 h 249"/>
                <a:gd name="T56" fmla="*/ 56 w 211"/>
                <a:gd name="T57" fmla="*/ 231 h 249"/>
                <a:gd name="T58" fmla="*/ 32 w 211"/>
                <a:gd name="T59" fmla="*/ 212 h 249"/>
                <a:gd name="T60" fmla="*/ 14 w 211"/>
                <a:gd name="T61" fmla="*/ 186 h 249"/>
                <a:gd name="T62" fmla="*/ 2 w 211"/>
                <a:gd name="T63" fmla="*/ 156 h 249"/>
                <a:gd name="T64" fmla="*/ 0 w 211"/>
                <a:gd name="T65" fmla="*/ 126 h 249"/>
                <a:gd name="T66" fmla="*/ 4 w 211"/>
                <a:gd name="T67" fmla="*/ 84 h 249"/>
                <a:gd name="T68" fmla="*/ 21 w 211"/>
                <a:gd name="T69" fmla="*/ 49 h 249"/>
                <a:gd name="T70" fmla="*/ 49 w 211"/>
                <a:gd name="T71" fmla="*/ 23 h 249"/>
                <a:gd name="T72" fmla="*/ 83 w 211"/>
                <a:gd name="T73" fmla="*/ 5 h 249"/>
                <a:gd name="T74" fmla="*/ 123 w 211"/>
                <a:gd name="T75" fmla="*/ 0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11" h="249">
                  <a:moveTo>
                    <a:pt x="123" y="0"/>
                  </a:moveTo>
                  <a:lnTo>
                    <a:pt x="156" y="2"/>
                  </a:lnTo>
                  <a:lnTo>
                    <a:pt x="184" y="16"/>
                  </a:lnTo>
                  <a:lnTo>
                    <a:pt x="207" y="37"/>
                  </a:lnTo>
                  <a:lnTo>
                    <a:pt x="181" y="56"/>
                  </a:lnTo>
                  <a:lnTo>
                    <a:pt x="165" y="42"/>
                  </a:lnTo>
                  <a:lnTo>
                    <a:pt x="144" y="33"/>
                  </a:lnTo>
                  <a:lnTo>
                    <a:pt x="123" y="30"/>
                  </a:lnTo>
                  <a:lnTo>
                    <a:pt x="93" y="35"/>
                  </a:lnTo>
                  <a:lnTo>
                    <a:pt x="67" y="49"/>
                  </a:lnTo>
                  <a:lnTo>
                    <a:pt x="49" y="70"/>
                  </a:lnTo>
                  <a:lnTo>
                    <a:pt x="37" y="96"/>
                  </a:lnTo>
                  <a:lnTo>
                    <a:pt x="35" y="126"/>
                  </a:lnTo>
                  <a:lnTo>
                    <a:pt x="37" y="156"/>
                  </a:lnTo>
                  <a:lnTo>
                    <a:pt x="49" y="182"/>
                  </a:lnTo>
                  <a:lnTo>
                    <a:pt x="67" y="200"/>
                  </a:lnTo>
                  <a:lnTo>
                    <a:pt x="93" y="214"/>
                  </a:lnTo>
                  <a:lnTo>
                    <a:pt x="123" y="219"/>
                  </a:lnTo>
                  <a:lnTo>
                    <a:pt x="149" y="217"/>
                  </a:lnTo>
                  <a:lnTo>
                    <a:pt x="170" y="205"/>
                  </a:lnTo>
                  <a:lnTo>
                    <a:pt x="186" y="189"/>
                  </a:lnTo>
                  <a:lnTo>
                    <a:pt x="211" y="207"/>
                  </a:lnTo>
                  <a:lnTo>
                    <a:pt x="205" y="217"/>
                  </a:lnTo>
                  <a:lnTo>
                    <a:pt x="193" y="228"/>
                  </a:lnTo>
                  <a:lnTo>
                    <a:pt x="174" y="238"/>
                  </a:lnTo>
                  <a:lnTo>
                    <a:pt x="151" y="247"/>
                  </a:lnTo>
                  <a:lnTo>
                    <a:pt x="121" y="249"/>
                  </a:lnTo>
                  <a:lnTo>
                    <a:pt x="86" y="245"/>
                  </a:lnTo>
                  <a:lnTo>
                    <a:pt x="56" y="231"/>
                  </a:lnTo>
                  <a:lnTo>
                    <a:pt x="32" y="212"/>
                  </a:lnTo>
                  <a:lnTo>
                    <a:pt x="14" y="186"/>
                  </a:lnTo>
                  <a:lnTo>
                    <a:pt x="2" y="156"/>
                  </a:lnTo>
                  <a:lnTo>
                    <a:pt x="0" y="126"/>
                  </a:lnTo>
                  <a:lnTo>
                    <a:pt x="4" y="84"/>
                  </a:lnTo>
                  <a:lnTo>
                    <a:pt x="21" y="49"/>
                  </a:lnTo>
                  <a:lnTo>
                    <a:pt x="49" y="23"/>
                  </a:lnTo>
                  <a:lnTo>
                    <a:pt x="83" y="5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1"/>
            <p:cNvSpPr>
              <a:spLocks noEditPoints="1"/>
            </p:cNvSpPr>
            <p:nvPr userDrawn="1"/>
          </p:nvSpPr>
          <p:spPr bwMode="auto">
            <a:xfrm>
              <a:off x="13341350" y="-511175"/>
              <a:ext cx="395288" cy="395288"/>
            </a:xfrm>
            <a:custGeom>
              <a:avLst/>
              <a:gdLst>
                <a:gd name="T0" fmla="*/ 123 w 249"/>
                <a:gd name="T1" fmla="*/ 30 h 249"/>
                <a:gd name="T2" fmla="*/ 93 w 249"/>
                <a:gd name="T3" fmla="*/ 35 h 249"/>
                <a:gd name="T4" fmla="*/ 70 w 249"/>
                <a:gd name="T5" fmla="*/ 49 h 249"/>
                <a:gd name="T6" fmla="*/ 49 w 249"/>
                <a:gd name="T7" fmla="*/ 68 h 249"/>
                <a:gd name="T8" fmla="*/ 37 w 249"/>
                <a:gd name="T9" fmla="*/ 96 h 249"/>
                <a:gd name="T10" fmla="*/ 35 w 249"/>
                <a:gd name="T11" fmla="*/ 124 h 249"/>
                <a:gd name="T12" fmla="*/ 37 w 249"/>
                <a:gd name="T13" fmla="*/ 154 h 249"/>
                <a:gd name="T14" fmla="*/ 49 w 249"/>
                <a:gd name="T15" fmla="*/ 182 h 249"/>
                <a:gd name="T16" fmla="*/ 70 w 249"/>
                <a:gd name="T17" fmla="*/ 200 h 249"/>
                <a:gd name="T18" fmla="*/ 93 w 249"/>
                <a:gd name="T19" fmla="*/ 214 h 249"/>
                <a:gd name="T20" fmla="*/ 123 w 249"/>
                <a:gd name="T21" fmla="*/ 219 h 249"/>
                <a:gd name="T22" fmla="*/ 154 w 249"/>
                <a:gd name="T23" fmla="*/ 214 h 249"/>
                <a:gd name="T24" fmla="*/ 179 w 249"/>
                <a:gd name="T25" fmla="*/ 200 h 249"/>
                <a:gd name="T26" fmla="*/ 198 w 249"/>
                <a:gd name="T27" fmla="*/ 182 h 249"/>
                <a:gd name="T28" fmla="*/ 210 w 249"/>
                <a:gd name="T29" fmla="*/ 154 h 249"/>
                <a:gd name="T30" fmla="*/ 214 w 249"/>
                <a:gd name="T31" fmla="*/ 124 h 249"/>
                <a:gd name="T32" fmla="*/ 210 w 249"/>
                <a:gd name="T33" fmla="*/ 96 h 249"/>
                <a:gd name="T34" fmla="*/ 198 w 249"/>
                <a:gd name="T35" fmla="*/ 68 h 249"/>
                <a:gd name="T36" fmla="*/ 179 w 249"/>
                <a:gd name="T37" fmla="*/ 49 h 249"/>
                <a:gd name="T38" fmla="*/ 154 w 249"/>
                <a:gd name="T39" fmla="*/ 35 h 249"/>
                <a:gd name="T40" fmla="*/ 123 w 249"/>
                <a:gd name="T41" fmla="*/ 30 h 249"/>
                <a:gd name="T42" fmla="*/ 123 w 249"/>
                <a:gd name="T43" fmla="*/ 0 h 249"/>
                <a:gd name="T44" fmla="*/ 165 w 249"/>
                <a:gd name="T45" fmla="*/ 5 h 249"/>
                <a:gd name="T46" fmla="*/ 200 w 249"/>
                <a:gd name="T47" fmla="*/ 23 h 249"/>
                <a:gd name="T48" fmla="*/ 226 w 249"/>
                <a:gd name="T49" fmla="*/ 49 h 249"/>
                <a:gd name="T50" fmla="*/ 242 w 249"/>
                <a:gd name="T51" fmla="*/ 84 h 249"/>
                <a:gd name="T52" fmla="*/ 249 w 249"/>
                <a:gd name="T53" fmla="*/ 124 h 249"/>
                <a:gd name="T54" fmla="*/ 242 w 249"/>
                <a:gd name="T55" fmla="*/ 165 h 249"/>
                <a:gd name="T56" fmla="*/ 226 w 249"/>
                <a:gd name="T57" fmla="*/ 200 h 249"/>
                <a:gd name="T58" fmla="*/ 200 w 249"/>
                <a:gd name="T59" fmla="*/ 226 h 249"/>
                <a:gd name="T60" fmla="*/ 165 w 249"/>
                <a:gd name="T61" fmla="*/ 245 h 249"/>
                <a:gd name="T62" fmla="*/ 123 w 249"/>
                <a:gd name="T63" fmla="*/ 249 h 249"/>
                <a:gd name="T64" fmla="*/ 84 w 249"/>
                <a:gd name="T65" fmla="*/ 245 h 249"/>
                <a:gd name="T66" fmla="*/ 49 w 249"/>
                <a:gd name="T67" fmla="*/ 226 h 249"/>
                <a:gd name="T68" fmla="*/ 23 w 249"/>
                <a:gd name="T69" fmla="*/ 200 h 249"/>
                <a:gd name="T70" fmla="*/ 5 w 249"/>
                <a:gd name="T71" fmla="*/ 165 h 249"/>
                <a:gd name="T72" fmla="*/ 0 w 249"/>
                <a:gd name="T73" fmla="*/ 124 h 249"/>
                <a:gd name="T74" fmla="*/ 5 w 249"/>
                <a:gd name="T75" fmla="*/ 84 h 249"/>
                <a:gd name="T76" fmla="*/ 23 w 249"/>
                <a:gd name="T77" fmla="*/ 49 h 249"/>
                <a:gd name="T78" fmla="*/ 49 w 249"/>
                <a:gd name="T79" fmla="*/ 23 h 249"/>
                <a:gd name="T80" fmla="*/ 84 w 249"/>
                <a:gd name="T81" fmla="*/ 5 h 249"/>
                <a:gd name="T82" fmla="*/ 123 w 249"/>
                <a:gd name="T83" fmla="*/ 0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49" h="249">
                  <a:moveTo>
                    <a:pt x="123" y="30"/>
                  </a:moveTo>
                  <a:lnTo>
                    <a:pt x="93" y="35"/>
                  </a:lnTo>
                  <a:lnTo>
                    <a:pt x="70" y="49"/>
                  </a:lnTo>
                  <a:lnTo>
                    <a:pt x="49" y="68"/>
                  </a:lnTo>
                  <a:lnTo>
                    <a:pt x="37" y="96"/>
                  </a:lnTo>
                  <a:lnTo>
                    <a:pt x="35" y="124"/>
                  </a:lnTo>
                  <a:lnTo>
                    <a:pt x="37" y="154"/>
                  </a:lnTo>
                  <a:lnTo>
                    <a:pt x="49" y="182"/>
                  </a:lnTo>
                  <a:lnTo>
                    <a:pt x="70" y="200"/>
                  </a:lnTo>
                  <a:lnTo>
                    <a:pt x="93" y="214"/>
                  </a:lnTo>
                  <a:lnTo>
                    <a:pt x="123" y="219"/>
                  </a:lnTo>
                  <a:lnTo>
                    <a:pt x="154" y="214"/>
                  </a:lnTo>
                  <a:lnTo>
                    <a:pt x="179" y="200"/>
                  </a:lnTo>
                  <a:lnTo>
                    <a:pt x="198" y="182"/>
                  </a:lnTo>
                  <a:lnTo>
                    <a:pt x="210" y="154"/>
                  </a:lnTo>
                  <a:lnTo>
                    <a:pt x="214" y="124"/>
                  </a:lnTo>
                  <a:lnTo>
                    <a:pt x="210" y="96"/>
                  </a:lnTo>
                  <a:lnTo>
                    <a:pt x="198" y="68"/>
                  </a:lnTo>
                  <a:lnTo>
                    <a:pt x="179" y="49"/>
                  </a:lnTo>
                  <a:lnTo>
                    <a:pt x="154" y="35"/>
                  </a:lnTo>
                  <a:lnTo>
                    <a:pt x="123" y="30"/>
                  </a:lnTo>
                  <a:close/>
                  <a:moveTo>
                    <a:pt x="123" y="0"/>
                  </a:moveTo>
                  <a:lnTo>
                    <a:pt x="165" y="5"/>
                  </a:lnTo>
                  <a:lnTo>
                    <a:pt x="200" y="23"/>
                  </a:lnTo>
                  <a:lnTo>
                    <a:pt x="226" y="49"/>
                  </a:lnTo>
                  <a:lnTo>
                    <a:pt x="242" y="84"/>
                  </a:lnTo>
                  <a:lnTo>
                    <a:pt x="249" y="124"/>
                  </a:lnTo>
                  <a:lnTo>
                    <a:pt x="242" y="165"/>
                  </a:lnTo>
                  <a:lnTo>
                    <a:pt x="226" y="200"/>
                  </a:lnTo>
                  <a:lnTo>
                    <a:pt x="200" y="226"/>
                  </a:lnTo>
                  <a:lnTo>
                    <a:pt x="165" y="245"/>
                  </a:lnTo>
                  <a:lnTo>
                    <a:pt x="123" y="249"/>
                  </a:lnTo>
                  <a:lnTo>
                    <a:pt x="84" y="245"/>
                  </a:lnTo>
                  <a:lnTo>
                    <a:pt x="49" y="226"/>
                  </a:lnTo>
                  <a:lnTo>
                    <a:pt x="23" y="200"/>
                  </a:lnTo>
                  <a:lnTo>
                    <a:pt x="5" y="165"/>
                  </a:lnTo>
                  <a:lnTo>
                    <a:pt x="0" y="124"/>
                  </a:lnTo>
                  <a:lnTo>
                    <a:pt x="5" y="84"/>
                  </a:lnTo>
                  <a:lnTo>
                    <a:pt x="23" y="49"/>
                  </a:lnTo>
                  <a:lnTo>
                    <a:pt x="49" y="23"/>
                  </a:lnTo>
                  <a:lnTo>
                    <a:pt x="84" y="5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"/>
            <p:cNvSpPr>
              <a:spLocks/>
            </p:cNvSpPr>
            <p:nvPr userDrawn="1"/>
          </p:nvSpPr>
          <p:spPr bwMode="auto">
            <a:xfrm>
              <a:off x="13811250" y="-503238"/>
              <a:ext cx="328613" cy="381000"/>
            </a:xfrm>
            <a:custGeom>
              <a:avLst/>
              <a:gdLst>
                <a:gd name="T0" fmla="*/ 0 w 207"/>
                <a:gd name="T1" fmla="*/ 0 h 240"/>
                <a:gd name="T2" fmla="*/ 42 w 207"/>
                <a:gd name="T3" fmla="*/ 0 h 240"/>
                <a:gd name="T4" fmla="*/ 172 w 207"/>
                <a:gd name="T5" fmla="*/ 198 h 240"/>
                <a:gd name="T6" fmla="*/ 174 w 207"/>
                <a:gd name="T7" fmla="*/ 198 h 240"/>
                <a:gd name="T8" fmla="*/ 174 w 207"/>
                <a:gd name="T9" fmla="*/ 0 h 240"/>
                <a:gd name="T10" fmla="*/ 207 w 207"/>
                <a:gd name="T11" fmla="*/ 0 h 240"/>
                <a:gd name="T12" fmla="*/ 207 w 207"/>
                <a:gd name="T13" fmla="*/ 240 h 240"/>
                <a:gd name="T14" fmla="*/ 165 w 207"/>
                <a:gd name="T15" fmla="*/ 240 h 240"/>
                <a:gd name="T16" fmla="*/ 32 w 207"/>
                <a:gd name="T17" fmla="*/ 42 h 240"/>
                <a:gd name="T18" fmla="*/ 32 w 207"/>
                <a:gd name="T19" fmla="*/ 42 h 240"/>
                <a:gd name="T20" fmla="*/ 32 w 207"/>
                <a:gd name="T21" fmla="*/ 240 h 240"/>
                <a:gd name="T22" fmla="*/ 0 w 207"/>
                <a:gd name="T23" fmla="*/ 240 h 240"/>
                <a:gd name="T24" fmla="*/ 0 w 207"/>
                <a:gd name="T25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7" h="240">
                  <a:moveTo>
                    <a:pt x="0" y="0"/>
                  </a:moveTo>
                  <a:lnTo>
                    <a:pt x="42" y="0"/>
                  </a:lnTo>
                  <a:lnTo>
                    <a:pt x="172" y="198"/>
                  </a:lnTo>
                  <a:lnTo>
                    <a:pt x="174" y="198"/>
                  </a:lnTo>
                  <a:lnTo>
                    <a:pt x="174" y="0"/>
                  </a:lnTo>
                  <a:lnTo>
                    <a:pt x="207" y="0"/>
                  </a:lnTo>
                  <a:lnTo>
                    <a:pt x="207" y="240"/>
                  </a:lnTo>
                  <a:lnTo>
                    <a:pt x="165" y="240"/>
                  </a:lnTo>
                  <a:lnTo>
                    <a:pt x="32" y="42"/>
                  </a:lnTo>
                  <a:lnTo>
                    <a:pt x="32" y="42"/>
                  </a:lnTo>
                  <a:lnTo>
                    <a:pt x="32" y="240"/>
                  </a:lnTo>
                  <a:lnTo>
                    <a:pt x="0" y="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3"/>
            <p:cNvSpPr>
              <a:spLocks/>
            </p:cNvSpPr>
            <p:nvPr userDrawn="1"/>
          </p:nvSpPr>
          <p:spPr bwMode="auto">
            <a:xfrm>
              <a:off x="14224000" y="-503238"/>
              <a:ext cx="328613" cy="381000"/>
            </a:xfrm>
            <a:custGeom>
              <a:avLst/>
              <a:gdLst>
                <a:gd name="T0" fmla="*/ 0 w 207"/>
                <a:gd name="T1" fmla="*/ 0 h 240"/>
                <a:gd name="T2" fmla="*/ 42 w 207"/>
                <a:gd name="T3" fmla="*/ 0 h 240"/>
                <a:gd name="T4" fmla="*/ 175 w 207"/>
                <a:gd name="T5" fmla="*/ 198 h 240"/>
                <a:gd name="T6" fmla="*/ 175 w 207"/>
                <a:gd name="T7" fmla="*/ 198 h 240"/>
                <a:gd name="T8" fmla="*/ 175 w 207"/>
                <a:gd name="T9" fmla="*/ 0 h 240"/>
                <a:gd name="T10" fmla="*/ 207 w 207"/>
                <a:gd name="T11" fmla="*/ 0 h 240"/>
                <a:gd name="T12" fmla="*/ 207 w 207"/>
                <a:gd name="T13" fmla="*/ 240 h 240"/>
                <a:gd name="T14" fmla="*/ 166 w 207"/>
                <a:gd name="T15" fmla="*/ 240 h 240"/>
                <a:gd name="T16" fmla="*/ 33 w 207"/>
                <a:gd name="T17" fmla="*/ 42 h 240"/>
                <a:gd name="T18" fmla="*/ 33 w 207"/>
                <a:gd name="T19" fmla="*/ 42 h 240"/>
                <a:gd name="T20" fmla="*/ 33 w 207"/>
                <a:gd name="T21" fmla="*/ 240 h 240"/>
                <a:gd name="T22" fmla="*/ 0 w 207"/>
                <a:gd name="T23" fmla="*/ 240 h 240"/>
                <a:gd name="T24" fmla="*/ 0 w 207"/>
                <a:gd name="T25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7" h="240">
                  <a:moveTo>
                    <a:pt x="0" y="0"/>
                  </a:moveTo>
                  <a:lnTo>
                    <a:pt x="42" y="0"/>
                  </a:lnTo>
                  <a:lnTo>
                    <a:pt x="175" y="198"/>
                  </a:lnTo>
                  <a:lnTo>
                    <a:pt x="175" y="198"/>
                  </a:lnTo>
                  <a:lnTo>
                    <a:pt x="175" y="0"/>
                  </a:lnTo>
                  <a:lnTo>
                    <a:pt x="207" y="0"/>
                  </a:lnTo>
                  <a:lnTo>
                    <a:pt x="207" y="240"/>
                  </a:lnTo>
                  <a:lnTo>
                    <a:pt x="166" y="240"/>
                  </a:lnTo>
                  <a:lnTo>
                    <a:pt x="33" y="42"/>
                  </a:lnTo>
                  <a:lnTo>
                    <a:pt x="33" y="42"/>
                  </a:lnTo>
                  <a:lnTo>
                    <a:pt x="33" y="240"/>
                  </a:lnTo>
                  <a:lnTo>
                    <a:pt x="0" y="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"/>
            <p:cNvSpPr>
              <a:spLocks/>
            </p:cNvSpPr>
            <p:nvPr userDrawn="1"/>
          </p:nvSpPr>
          <p:spPr bwMode="auto">
            <a:xfrm>
              <a:off x="14652625" y="-503238"/>
              <a:ext cx="252413" cy="381000"/>
            </a:xfrm>
            <a:custGeom>
              <a:avLst/>
              <a:gdLst>
                <a:gd name="T0" fmla="*/ 0 w 159"/>
                <a:gd name="T1" fmla="*/ 0 h 240"/>
                <a:gd name="T2" fmla="*/ 154 w 159"/>
                <a:gd name="T3" fmla="*/ 0 h 240"/>
                <a:gd name="T4" fmla="*/ 154 w 159"/>
                <a:gd name="T5" fmla="*/ 30 h 240"/>
                <a:gd name="T6" fmla="*/ 31 w 159"/>
                <a:gd name="T7" fmla="*/ 30 h 240"/>
                <a:gd name="T8" fmla="*/ 31 w 159"/>
                <a:gd name="T9" fmla="*/ 102 h 240"/>
                <a:gd name="T10" fmla="*/ 145 w 159"/>
                <a:gd name="T11" fmla="*/ 102 h 240"/>
                <a:gd name="T12" fmla="*/ 145 w 159"/>
                <a:gd name="T13" fmla="*/ 133 h 240"/>
                <a:gd name="T14" fmla="*/ 31 w 159"/>
                <a:gd name="T15" fmla="*/ 133 h 240"/>
                <a:gd name="T16" fmla="*/ 31 w 159"/>
                <a:gd name="T17" fmla="*/ 209 h 240"/>
                <a:gd name="T18" fmla="*/ 159 w 159"/>
                <a:gd name="T19" fmla="*/ 209 h 240"/>
                <a:gd name="T20" fmla="*/ 159 w 159"/>
                <a:gd name="T21" fmla="*/ 240 h 240"/>
                <a:gd name="T22" fmla="*/ 0 w 159"/>
                <a:gd name="T23" fmla="*/ 240 h 240"/>
                <a:gd name="T24" fmla="*/ 0 w 159"/>
                <a:gd name="T25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9" h="240">
                  <a:moveTo>
                    <a:pt x="0" y="0"/>
                  </a:moveTo>
                  <a:lnTo>
                    <a:pt x="154" y="0"/>
                  </a:lnTo>
                  <a:lnTo>
                    <a:pt x="154" y="30"/>
                  </a:lnTo>
                  <a:lnTo>
                    <a:pt x="31" y="30"/>
                  </a:lnTo>
                  <a:lnTo>
                    <a:pt x="31" y="102"/>
                  </a:lnTo>
                  <a:lnTo>
                    <a:pt x="145" y="102"/>
                  </a:lnTo>
                  <a:lnTo>
                    <a:pt x="145" y="133"/>
                  </a:lnTo>
                  <a:lnTo>
                    <a:pt x="31" y="133"/>
                  </a:lnTo>
                  <a:lnTo>
                    <a:pt x="31" y="209"/>
                  </a:lnTo>
                  <a:lnTo>
                    <a:pt x="159" y="209"/>
                  </a:lnTo>
                  <a:lnTo>
                    <a:pt x="159" y="240"/>
                  </a:lnTo>
                  <a:lnTo>
                    <a:pt x="0" y="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5"/>
            <p:cNvSpPr>
              <a:spLocks/>
            </p:cNvSpPr>
            <p:nvPr userDrawn="1"/>
          </p:nvSpPr>
          <p:spPr bwMode="auto">
            <a:xfrm>
              <a:off x="14955838" y="-511175"/>
              <a:ext cx="336550" cy="395288"/>
            </a:xfrm>
            <a:custGeom>
              <a:avLst/>
              <a:gdLst>
                <a:gd name="T0" fmla="*/ 123 w 212"/>
                <a:gd name="T1" fmla="*/ 0 h 249"/>
                <a:gd name="T2" fmla="*/ 156 w 212"/>
                <a:gd name="T3" fmla="*/ 2 h 249"/>
                <a:gd name="T4" fmla="*/ 184 w 212"/>
                <a:gd name="T5" fmla="*/ 16 h 249"/>
                <a:gd name="T6" fmla="*/ 207 w 212"/>
                <a:gd name="T7" fmla="*/ 37 h 249"/>
                <a:gd name="T8" fmla="*/ 179 w 212"/>
                <a:gd name="T9" fmla="*/ 56 h 249"/>
                <a:gd name="T10" fmla="*/ 165 w 212"/>
                <a:gd name="T11" fmla="*/ 42 h 249"/>
                <a:gd name="T12" fmla="*/ 144 w 212"/>
                <a:gd name="T13" fmla="*/ 33 h 249"/>
                <a:gd name="T14" fmla="*/ 123 w 212"/>
                <a:gd name="T15" fmla="*/ 30 h 249"/>
                <a:gd name="T16" fmla="*/ 93 w 212"/>
                <a:gd name="T17" fmla="*/ 35 h 249"/>
                <a:gd name="T18" fmla="*/ 68 w 212"/>
                <a:gd name="T19" fmla="*/ 49 h 249"/>
                <a:gd name="T20" fmla="*/ 49 w 212"/>
                <a:gd name="T21" fmla="*/ 70 h 249"/>
                <a:gd name="T22" fmla="*/ 37 w 212"/>
                <a:gd name="T23" fmla="*/ 96 h 249"/>
                <a:gd name="T24" fmla="*/ 33 w 212"/>
                <a:gd name="T25" fmla="*/ 126 h 249"/>
                <a:gd name="T26" fmla="*/ 37 w 212"/>
                <a:gd name="T27" fmla="*/ 156 h 249"/>
                <a:gd name="T28" fmla="*/ 49 w 212"/>
                <a:gd name="T29" fmla="*/ 182 h 249"/>
                <a:gd name="T30" fmla="*/ 68 w 212"/>
                <a:gd name="T31" fmla="*/ 200 h 249"/>
                <a:gd name="T32" fmla="*/ 93 w 212"/>
                <a:gd name="T33" fmla="*/ 214 h 249"/>
                <a:gd name="T34" fmla="*/ 123 w 212"/>
                <a:gd name="T35" fmla="*/ 219 h 249"/>
                <a:gd name="T36" fmla="*/ 147 w 212"/>
                <a:gd name="T37" fmla="*/ 217 h 249"/>
                <a:gd name="T38" fmla="*/ 168 w 212"/>
                <a:gd name="T39" fmla="*/ 205 h 249"/>
                <a:gd name="T40" fmla="*/ 184 w 212"/>
                <a:gd name="T41" fmla="*/ 189 h 249"/>
                <a:gd name="T42" fmla="*/ 212 w 212"/>
                <a:gd name="T43" fmla="*/ 207 h 249"/>
                <a:gd name="T44" fmla="*/ 205 w 212"/>
                <a:gd name="T45" fmla="*/ 217 h 249"/>
                <a:gd name="T46" fmla="*/ 193 w 212"/>
                <a:gd name="T47" fmla="*/ 228 h 249"/>
                <a:gd name="T48" fmla="*/ 175 w 212"/>
                <a:gd name="T49" fmla="*/ 238 h 249"/>
                <a:gd name="T50" fmla="*/ 151 w 212"/>
                <a:gd name="T51" fmla="*/ 247 h 249"/>
                <a:gd name="T52" fmla="*/ 121 w 212"/>
                <a:gd name="T53" fmla="*/ 249 h 249"/>
                <a:gd name="T54" fmla="*/ 86 w 212"/>
                <a:gd name="T55" fmla="*/ 245 h 249"/>
                <a:gd name="T56" fmla="*/ 56 w 212"/>
                <a:gd name="T57" fmla="*/ 231 h 249"/>
                <a:gd name="T58" fmla="*/ 33 w 212"/>
                <a:gd name="T59" fmla="*/ 212 h 249"/>
                <a:gd name="T60" fmla="*/ 14 w 212"/>
                <a:gd name="T61" fmla="*/ 186 h 249"/>
                <a:gd name="T62" fmla="*/ 2 w 212"/>
                <a:gd name="T63" fmla="*/ 156 h 249"/>
                <a:gd name="T64" fmla="*/ 0 w 212"/>
                <a:gd name="T65" fmla="*/ 126 h 249"/>
                <a:gd name="T66" fmla="*/ 5 w 212"/>
                <a:gd name="T67" fmla="*/ 84 h 249"/>
                <a:gd name="T68" fmla="*/ 21 w 212"/>
                <a:gd name="T69" fmla="*/ 49 h 249"/>
                <a:gd name="T70" fmla="*/ 49 w 212"/>
                <a:gd name="T71" fmla="*/ 23 h 249"/>
                <a:gd name="T72" fmla="*/ 82 w 212"/>
                <a:gd name="T73" fmla="*/ 5 h 249"/>
                <a:gd name="T74" fmla="*/ 123 w 212"/>
                <a:gd name="T75" fmla="*/ 0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12" h="249">
                  <a:moveTo>
                    <a:pt x="123" y="0"/>
                  </a:moveTo>
                  <a:lnTo>
                    <a:pt x="156" y="2"/>
                  </a:lnTo>
                  <a:lnTo>
                    <a:pt x="184" y="16"/>
                  </a:lnTo>
                  <a:lnTo>
                    <a:pt x="207" y="37"/>
                  </a:lnTo>
                  <a:lnTo>
                    <a:pt x="179" y="56"/>
                  </a:lnTo>
                  <a:lnTo>
                    <a:pt x="165" y="42"/>
                  </a:lnTo>
                  <a:lnTo>
                    <a:pt x="144" y="33"/>
                  </a:lnTo>
                  <a:lnTo>
                    <a:pt x="123" y="30"/>
                  </a:lnTo>
                  <a:lnTo>
                    <a:pt x="93" y="35"/>
                  </a:lnTo>
                  <a:lnTo>
                    <a:pt x="68" y="49"/>
                  </a:lnTo>
                  <a:lnTo>
                    <a:pt x="49" y="70"/>
                  </a:lnTo>
                  <a:lnTo>
                    <a:pt x="37" y="96"/>
                  </a:lnTo>
                  <a:lnTo>
                    <a:pt x="33" y="126"/>
                  </a:lnTo>
                  <a:lnTo>
                    <a:pt x="37" y="156"/>
                  </a:lnTo>
                  <a:lnTo>
                    <a:pt x="49" y="182"/>
                  </a:lnTo>
                  <a:lnTo>
                    <a:pt x="68" y="200"/>
                  </a:lnTo>
                  <a:lnTo>
                    <a:pt x="93" y="214"/>
                  </a:lnTo>
                  <a:lnTo>
                    <a:pt x="123" y="219"/>
                  </a:lnTo>
                  <a:lnTo>
                    <a:pt x="147" y="217"/>
                  </a:lnTo>
                  <a:lnTo>
                    <a:pt x="168" y="205"/>
                  </a:lnTo>
                  <a:lnTo>
                    <a:pt x="184" y="189"/>
                  </a:lnTo>
                  <a:lnTo>
                    <a:pt x="212" y="207"/>
                  </a:lnTo>
                  <a:lnTo>
                    <a:pt x="205" y="217"/>
                  </a:lnTo>
                  <a:lnTo>
                    <a:pt x="193" y="228"/>
                  </a:lnTo>
                  <a:lnTo>
                    <a:pt x="175" y="238"/>
                  </a:lnTo>
                  <a:lnTo>
                    <a:pt x="151" y="247"/>
                  </a:lnTo>
                  <a:lnTo>
                    <a:pt x="121" y="249"/>
                  </a:lnTo>
                  <a:lnTo>
                    <a:pt x="86" y="245"/>
                  </a:lnTo>
                  <a:lnTo>
                    <a:pt x="56" y="231"/>
                  </a:lnTo>
                  <a:lnTo>
                    <a:pt x="33" y="212"/>
                  </a:lnTo>
                  <a:lnTo>
                    <a:pt x="14" y="186"/>
                  </a:lnTo>
                  <a:lnTo>
                    <a:pt x="2" y="156"/>
                  </a:lnTo>
                  <a:lnTo>
                    <a:pt x="0" y="126"/>
                  </a:lnTo>
                  <a:lnTo>
                    <a:pt x="5" y="84"/>
                  </a:lnTo>
                  <a:lnTo>
                    <a:pt x="21" y="49"/>
                  </a:lnTo>
                  <a:lnTo>
                    <a:pt x="49" y="23"/>
                  </a:lnTo>
                  <a:lnTo>
                    <a:pt x="82" y="5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6"/>
            <p:cNvSpPr>
              <a:spLocks/>
            </p:cNvSpPr>
            <p:nvPr userDrawn="1"/>
          </p:nvSpPr>
          <p:spPr bwMode="auto">
            <a:xfrm>
              <a:off x="15311438" y="-503238"/>
              <a:ext cx="295275" cy="381000"/>
            </a:xfrm>
            <a:custGeom>
              <a:avLst/>
              <a:gdLst>
                <a:gd name="T0" fmla="*/ 0 w 186"/>
                <a:gd name="T1" fmla="*/ 0 h 240"/>
                <a:gd name="T2" fmla="*/ 186 w 186"/>
                <a:gd name="T3" fmla="*/ 0 h 240"/>
                <a:gd name="T4" fmla="*/ 186 w 186"/>
                <a:gd name="T5" fmla="*/ 30 h 240"/>
                <a:gd name="T6" fmla="*/ 109 w 186"/>
                <a:gd name="T7" fmla="*/ 30 h 240"/>
                <a:gd name="T8" fmla="*/ 109 w 186"/>
                <a:gd name="T9" fmla="*/ 240 h 240"/>
                <a:gd name="T10" fmla="*/ 76 w 186"/>
                <a:gd name="T11" fmla="*/ 240 h 240"/>
                <a:gd name="T12" fmla="*/ 76 w 186"/>
                <a:gd name="T13" fmla="*/ 30 h 240"/>
                <a:gd name="T14" fmla="*/ 0 w 186"/>
                <a:gd name="T15" fmla="*/ 30 h 240"/>
                <a:gd name="T16" fmla="*/ 0 w 186"/>
                <a:gd name="T17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6" h="240">
                  <a:moveTo>
                    <a:pt x="0" y="0"/>
                  </a:moveTo>
                  <a:lnTo>
                    <a:pt x="186" y="0"/>
                  </a:lnTo>
                  <a:lnTo>
                    <a:pt x="186" y="30"/>
                  </a:lnTo>
                  <a:lnTo>
                    <a:pt x="109" y="30"/>
                  </a:lnTo>
                  <a:lnTo>
                    <a:pt x="109" y="240"/>
                  </a:lnTo>
                  <a:lnTo>
                    <a:pt x="76" y="240"/>
                  </a:lnTo>
                  <a:lnTo>
                    <a:pt x="76" y="30"/>
                  </a:lnTo>
                  <a:lnTo>
                    <a:pt x="0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7"/>
            <p:cNvSpPr>
              <a:spLocks noChangeArrowheads="1"/>
            </p:cNvSpPr>
            <p:nvPr userDrawn="1"/>
          </p:nvSpPr>
          <p:spPr bwMode="auto">
            <a:xfrm>
              <a:off x="15662275" y="-503238"/>
              <a:ext cx="50800" cy="381000"/>
            </a:xfrm>
            <a:prstGeom prst="rect">
              <a:avLst/>
            </a:prstGeom>
            <a:solidFill>
              <a:srgbClr val="00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8"/>
            <p:cNvSpPr>
              <a:spLocks noEditPoints="1"/>
            </p:cNvSpPr>
            <p:nvPr userDrawn="1"/>
          </p:nvSpPr>
          <p:spPr bwMode="auto">
            <a:xfrm>
              <a:off x="15776575" y="-511175"/>
              <a:ext cx="395288" cy="395288"/>
            </a:xfrm>
            <a:custGeom>
              <a:avLst/>
              <a:gdLst>
                <a:gd name="T0" fmla="*/ 125 w 249"/>
                <a:gd name="T1" fmla="*/ 30 h 249"/>
                <a:gd name="T2" fmla="*/ 95 w 249"/>
                <a:gd name="T3" fmla="*/ 35 h 249"/>
                <a:gd name="T4" fmla="*/ 70 w 249"/>
                <a:gd name="T5" fmla="*/ 49 h 249"/>
                <a:gd name="T6" fmla="*/ 51 w 249"/>
                <a:gd name="T7" fmla="*/ 68 h 249"/>
                <a:gd name="T8" fmla="*/ 39 w 249"/>
                <a:gd name="T9" fmla="*/ 96 h 249"/>
                <a:gd name="T10" fmla="*/ 35 w 249"/>
                <a:gd name="T11" fmla="*/ 124 h 249"/>
                <a:gd name="T12" fmla="*/ 39 w 249"/>
                <a:gd name="T13" fmla="*/ 154 h 249"/>
                <a:gd name="T14" fmla="*/ 51 w 249"/>
                <a:gd name="T15" fmla="*/ 182 h 249"/>
                <a:gd name="T16" fmla="*/ 70 w 249"/>
                <a:gd name="T17" fmla="*/ 200 h 249"/>
                <a:gd name="T18" fmla="*/ 95 w 249"/>
                <a:gd name="T19" fmla="*/ 214 h 249"/>
                <a:gd name="T20" fmla="*/ 125 w 249"/>
                <a:gd name="T21" fmla="*/ 219 h 249"/>
                <a:gd name="T22" fmla="*/ 156 w 249"/>
                <a:gd name="T23" fmla="*/ 214 h 249"/>
                <a:gd name="T24" fmla="*/ 179 w 249"/>
                <a:gd name="T25" fmla="*/ 200 h 249"/>
                <a:gd name="T26" fmla="*/ 198 w 249"/>
                <a:gd name="T27" fmla="*/ 182 h 249"/>
                <a:gd name="T28" fmla="*/ 212 w 249"/>
                <a:gd name="T29" fmla="*/ 154 h 249"/>
                <a:gd name="T30" fmla="*/ 214 w 249"/>
                <a:gd name="T31" fmla="*/ 124 h 249"/>
                <a:gd name="T32" fmla="*/ 212 w 249"/>
                <a:gd name="T33" fmla="*/ 96 h 249"/>
                <a:gd name="T34" fmla="*/ 198 w 249"/>
                <a:gd name="T35" fmla="*/ 68 h 249"/>
                <a:gd name="T36" fmla="*/ 179 w 249"/>
                <a:gd name="T37" fmla="*/ 49 h 249"/>
                <a:gd name="T38" fmla="*/ 156 w 249"/>
                <a:gd name="T39" fmla="*/ 35 h 249"/>
                <a:gd name="T40" fmla="*/ 125 w 249"/>
                <a:gd name="T41" fmla="*/ 30 h 249"/>
                <a:gd name="T42" fmla="*/ 125 w 249"/>
                <a:gd name="T43" fmla="*/ 0 h 249"/>
                <a:gd name="T44" fmla="*/ 165 w 249"/>
                <a:gd name="T45" fmla="*/ 5 h 249"/>
                <a:gd name="T46" fmla="*/ 200 w 249"/>
                <a:gd name="T47" fmla="*/ 23 h 249"/>
                <a:gd name="T48" fmla="*/ 226 w 249"/>
                <a:gd name="T49" fmla="*/ 49 h 249"/>
                <a:gd name="T50" fmla="*/ 244 w 249"/>
                <a:gd name="T51" fmla="*/ 84 h 249"/>
                <a:gd name="T52" fmla="*/ 249 w 249"/>
                <a:gd name="T53" fmla="*/ 124 h 249"/>
                <a:gd name="T54" fmla="*/ 244 w 249"/>
                <a:gd name="T55" fmla="*/ 165 h 249"/>
                <a:gd name="T56" fmla="*/ 226 w 249"/>
                <a:gd name="T57" fmla="*/ 200 h 249"/>
                <a:gd name="T58" fmla="*/ 200 w 249"/>
                <a:gd name="T59" fmla="*/ 226 h 249"/>
                <a:gd name="T60" fmla="*/ 165 w 249"/>
                <a:gd name="T61" fmla="*/ 245 h 249"/>
                <a:gd name="T62" fmla="*/ 125 w 249"/>
                <a:gd name="T63" fmla="*/ 249 h 249"/>
                <a:gd name="T64" fmla="*/ 84 w 249"/>
                <a:gd name="T65" fmla="*/ 245 h 249"/>
                <a:gd name="T66" fmla="*/ 49 w 249"/>
                <a:gd name="T67" fmla="*/ 226 h 249"/>
                <a:gd name="T68" fmla="*/ 23 w 249"/>
                <a:gd name="T69" fmla="*/ 200 h 249"/>
                <a:gd name="T70" fmla="*/ 7 w 249"/>
                <a:gd name="T71" fmla="*/ 165 h 249"/>
                <a:gd name="T72" fmla="*/ 0 w 249"/>
                <a:gd name="T73" fmla="*/ 124 h 249"/>
                <a:gd name="T74" fmla="*/ 7 w 249"/>
                <a:gd name="T75" fmla="*/ 84 h 249"/>
                <a:gd name="T76" fmla="*/ 23 w 249"/>
                <a:gd name="T77" fmla="*/ 49 h 249"/>
                <a:gd name="T78" fmla="*/ 49 w 249"/>
                <a:gd name="T79" fmla="*/ 23 h 249"/>
                <a:gd name="T80" fmla="*/ 84 w 249"/>
                <a:gd name="T81" fmla="*/ 5 h 249"/>
                <a:gd name="T82" fmla="*/ 125 w 249"/>
                <a:gd name="T83" fmla="*/ 0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49" h="249">
                  <a:moveTo>
                    <a:pt x="125" y="30"/>
                  </a:moveTo>
                  <a:lnTo>
                    <a:pt x="95" y="35"/>
                  </a:lnTo>
                  <a:lnTo>
                    <a:pt x="70" y="49"/>
                  </a:lnTo>
                  <a:lnTo>
                    <a:pt x="51" y="68"/>
                  </a:lnTo>
                  <a:lnTo>
                    <a:pt x="39" y="96"/>
                  </a:lnTo>
                  <a:lnTo>
                    <a:pt x="35" y="124"/>
                  </a:lnTo>
                  <a:lnTo>
                    <a:pt x="39" y="154"/>
                  </a:lnTo>
                  <a:lnTo>
                    <a:pt x="51" y="182"/>
                  </a:lnTo>
                  <a:lnTo>
                    <a:pt x="70" y="200"/>
                  </a:lnTo>
                  <a:lnTo>
                    <a:pt x="95" y="214"/>
                  </a:lnTo>
                  <a:lnTo>
                    <a:pt x="125" y="219"/>
                  </a:lnTo>
                  <a:lnTo>
                    <a:pt x="156" y="214"/>
                  </a:lnTo>
                  <a:lnTo>
                    <a:pt x="179" y="200"/>
                  </a:lnTo>
                  <a:lnTo>
                    <a:pt x="198" y="182"/>
                  </a:lnTo>
                  <a:lnTo>
                    <a:pt x="212" y="154"/>
                  </a:lnTo>
                  <a:lnTo>
                    <a:pt x="214" y="124"/>
                  </a:lnTo>
                  <a:lnTo>
                    <a:pt x="212" y="96"/>
                  </a:lnTo>
                  <a:lnTo>
                    <a:pt x="198" y="68"/>
                  </a:lnTo>
                  <a:lnTo>
                    <a:pt x="179" y="49"/>
                  </a:lnTo>
                  <a:lnTo>
                    <a:pt x="156" y="35"/>
                  </a:lnTo>
                  <a:lnTo>
                    <a:pt x="125" y="30"/>
                  </a:lnTo>
                  <a:close/>
                  <a:moveTo>
                    <a:pt x="125" y="0"/>
                  </a:moveTo>
                  <a:lnTo>
                    <a:pt x="165" y="5"/>
                  </a:lnTo>
                  <a:lnTo>
                    <a:pt x="200" y="23"/>
                  </a:lnTo>
                  <a:lnTo>
                    <a:pt x="226" y="49"/>
                  </a:lnTo>
                  <a:lnTo>
                    <a:pt x="244" y="84"/>
                  </a:lnTo>
                  <a:lnTo>
                    <a:pt x="249" y="124"/>
                  </a:lnTo>
                  <a:lnTo>
                    <a:pt x="244" y="165"/>
                  </a:lnTo>
                  <a:lnTo>
                    <a:pt x="226" y="200"/>
                  </a:lnTo>
                  <a:lnTo>
                    <a:pt x="200" y="226"/>
                  </a:lnTo>
                  <a:lnTo>
                    <a:pt x="165" y="245"/>
                  </a:lnTo>
                  <a:lnTo>
                    <a:pt x="125" y="249"/>
                  </a:lnTo>
                  <a:lnTo>
                    <a:pt x="84" y="245"/>
                  </a:lnTo>
                  <a:lnTo>
                    <a:pt x="49" y="226"/>
                  </a:lnTo>
                  <a:lnTo>
                    <a:pt x="23" y="200"/>
                  </a:lnTo>
                  <a:lnTo>
                    <a:pt x="7" y="165"/>
                  </a:lnTo>
                  <a:lnTo>
                    <a:pt x="0" y="124"/>
                  </a:lnTo>
                  <a:lnTo>
                    <a:pt x="7" y="84"/>
                  </a:lnTo>
                  <a:lnTo>
                    <a:pt x="23" y="49"/>
                  </a:lnTo>
                  <a:lnTo>
                    <a:pt x="49" y="23"/>
                  </a:lnTo>
                  <a:lnTo>
                    <a:pt x="84" y="5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9"/>
            <p:cNvSpPr>
              <a:spLocks/>
            </p:cNvSpPr>
            <p:nvPr userDrawn="1"/>
          </p:nvSpPr>
          <p:spPr bwMode="auto">
            <a:xfrm>
              <a:off x="16244888" y="-503238"/>
              <a:ext cx="328613" cy="381000"/>
            </a:xfrm>
            <a:custGeom>
              <a:avLst/>
              <a:gdLst>
                <a:gd name="T0" fmla="*/ 0 w 207"/>
                <a:gd name="T1" fmla="*/ 0 h 240"/>
                <a:gd name="T2" fmla="*/ 42 w 207"/>
                <a:gd name="T3" fmla="*/ 0 h 240"/>
                <a:gd name="T4" fmla="*/ 175 w 207"/>
                <a:gd name="T5" fmla="*/ 198 h 240"/>
                <a:gd name="T6" fmla="*/ 175 w 207"/>
                <a:gd name="T7" fmla="*/ 198 h 240"/>
                <a:gd name="T8" fmla="*/ 175 w 207"/>
                <a:gd name="T9" fmla="*/ 0 h 240"/>
                <a:gd name="T10" fmla="*/ 207 w 207"/>
                <a:gd name="T11" fmla="*/ 0 h 240"/>
                <a:gd name="T12" fmla="*/ 207 w 207"/>
                <a:gd name="T13" fmla="*/ 240 h 240"/>
                <a:gd name="T14" fmla="*/ 166 w 207"/>
                <a:gd name="T15" fmla="*/ 240 h 240"/>
                <a:gd name="T16" fmla="*/ 33 w 207"/>
                <a:gd name="T17" fmla="*/ 42 h 240"/>
                <a:gd name="T18" fmla="*/ 33 w 207"/>
                <a:gd name="T19" fmla="*/ 42 h 240"/>
                <a:gd name="T20" fmla="*/ 33 w 207"/>
                <a:gd name="T21" fmla="*/ 240 h 240"/>
                <a:gd name="T22" fmla="*/ 0 w 207"/>
                <a:gd name="T23" fmla="*/ 240 h 240"/>
                <a:gd name="T24" fmla="*/ 0 w 207"/>
                <a:gd name="T25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7" h="240">
                  <a:moveTo>
                    <a:pt x="0" y="0"/>
                  </a:moveTo>
                  <a:lnTo>
                    <a:pt x="42" y="0"/>
                  </a:lnTo>
                  <a:lnTo>
                    <a:pt x="175" y="198"/>
                  </a:lnTo>
                  <a:lnTo>
                    <a:pt x="175" y="198"/>
                  </a:lnTo>
                  <a:lnTo>
                    <a:pt x="175" y="0"/>
                  </a:lnTo>
                  <a:lnTo>
                    <a:pt x="207" y="0"/>
                  </a:lnTo>
                  <a:lnTo>
                    <a:pt x="207" y="240"/>
                  </a:lnTo>
                  <a:lnTo>
                    <a:pt x="166" y="240"/>
                  </a:lnTo>
                  <a:lnTo>
                    <a:pt x="33" y="42"/>
                  </a:lnTo>
                  <a:lnTo>
                    <a:pt x="33" y="42"/>
                  </a:lnTo>
                  <a:lnTo>
                    <a:pt x="33" y="240"/>
                  </a:lnTo>
                  <a:lnTo>
                    <a:pt x="0" y="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30"/>
            <p:cNvSpPr>
              <a:spLocks/>
            </p:cNvSpPr>
            <p:nvPr userDrawn="1"/>
          </p:nvSpPr>
          <p:spPr bwMode="auto">
            <a:xfrm>
              <a:off x="16640175" y="-511175"/>
              <a:ext cx="252413" cy="395288"/>
            </a:xfrm>
            <a:custGeom>
              <a:avLst/>
              <a:gdLst>
                <a:gd name="T0" fmla="*/ 89 w 159"/>
                <a:gd name="T1" fmla="*/ 0 h 249"/>
                <a:gd name="T2" fmla="*/ 114 w 159"/>
                <a:gd name="T3" fmla="*/ 2 h 249"/>
                <a:gd name="T4" fmla="*/ 138 w 159"/>
                <a:gd name="T5" fmla="*/ 9 h 249"/>
                <a:gd name="T6" fmla="*/ 156 w 159"/>
                <a:gd name="T7" fmla="*/ 26 h 249"/>
                <a:gd name="T8" fmla="*/ 131 w 159"/>
                <a:gd name="T9" fmla="*/ 51 h 249"/>
                <a:gd name="T10" fmla="*/ 114 w 159"/>
                <a:gd name="T11" fmla="*/ 35 h 249"/>
                <a:gd name="T12" fmla="*/ 89 w 159"/>
                <a:gd name="T13" fmla="*/ 30 h 249"/>
                <a:gd name="T14" fmla="*/ 66 w 159"/>
                <a:gd name="T15" fmla="*/ 33 h 249"/>
                <a:gd name="T16" fmla="*/ 52 w 159"/>
                <a:gd name="T17" fmla="*/ 42 h 249"/>
                <a:gd name="T18" fmla="*/ 45 w 159"/>
                <a:gd name="T19" fmla="*/ 54 h 249"/>
                <a:gd name="T20" fmla="*/ 42 w 159"/>
                <a:gd name="T21" fmla="*/ 65 h 249"/>
                <a:gd name="T22" fmla="*/ 47 w 159"/>
                <a:gd name="T23" fmla="*/ 84 h 249"/>
                <a:gd name="T24" fmla="*/ 56 w 159"/>
                <a:gd name="T25" fmla="*/ 93 h 249"/>
                <a:gd name="T26" fmla="*/ 73 w 159"/>
                <a:gd name="T27" fmla="*/ 103 h 249"/>
                <a:gd name="T28" fmla="*/ 91 w 159"/>
                <a:gd name="T29" fmla="*/ 110 h 249"/>
                <a:gd name="T30" fmla="*/ 110 w 159"/>
                <a:gd name="T31" fmla="*/ 114 h 249"/>
                <a:gd name="T32" fmla="*/ 128 w 159"/>
                <a:gd name="T33" fmla="*/ 124 h 249"/>
                <a:gd name="T34" fmla="*/ 145 w 159"/>
                <a:gd name="T35" fmla="*/ 135 h 249"/>
                <a:gd name="T36" fmla="*/ 156 w 159"/>
                <a:gd name="T37" fmla="*/ 151 h 249"/>
                <a:gd name="T38" fmla="*/ 159 w 159"/>
                <a:gd name="T39" fmla="*/ 177 h 249"/>
                <a:gd name="T40" fmla="*/ 156 w 159"/>
                <a:gd name="T41" fmla="*/ 203 h 249"/>
                <a:gd name="T42" fmla="*/ 145 w 159"/>
                <a:gd name="T43" fmla="*/ 221 h 249"/>
                <a:gd name="T44" fmla="*/ 126 w 159"/>
                <a:gd name="T45" fmla="*/ 238 h 249"/>
                <a:gd name="T46" fmla="*/ 103 w 159"/>
                <a:gd name="T47" fmla="*/ 247 h 249"/>
                <a:gd name="T48" fmla="*/ 77 w 159"/>
                <a:gd name="T49" fmla="*/ 249 h 249"/>
                <a:gd name="T50" fmla="*/ 47 w 159"/>
                <a:gd name="T51" fmla="*/ 247 h 249"/>
                <a:gd name="T52" fmla="*/ 21 w 159"/>
                <a:gd name="T53" fmla="*/ 235 h 249"/>
                <a:gd name="T54" fmla="*/ 0 w 159"/>
                <a:gd name="T55" fmla="*/ 217 h 249"/>
                <a:gd name="T56" fmla="*/ 26 w 159"/>
                <a:gd name="T57" fmla="*/ 193 h 249"/>
                <a:gd name="T58" fmla="*/ 40 w 159"/>
                <a:gd name="T59" fmla="*/ 210 h 249"/>
                <a:gd name="T60" fmla="*/ 59 w 159"/>
                <a:gd name="T61" fmla="*/ 217 h 249"/>
                <a:gd name="T62" fmla="*/ 77 w 159"/>
                <a:gd name="T63" fmla="*/ 219 h 249"/>
                <a:gd name="T64" fmla="*/ 93 w 159"/>
                <a:gd name="T65" fmla="*/ 217 h 249"/>
                <a:gd name="T66" fmla="*/ 110 w 159"/>
                <a:gd name="T67" fmla="*/ 210 h 249"/>
                <a:gd name="T68" fmla="*/ 121 w 159"/>
                <a:gd name="T69" fmla="*/ 198 h 249"/>
                <a:gd name="T70" fmla="*/ 126 w 159"/>
                <a:gd name="T71" fmla="*/ 179 h 249"/>
                <a:gd name="T72" fmla="*/ 121 w 159"/>
                <a:gd name="T73" fmla="*/ 165 h 249"/>
                <a:gd name="T74" fmla="*/ 110 w 159"/>
                <a:gd name="T75" fmla="*/ 154 h 249"/>
                <a:gd name="T76" fmla="*/ 96 w 159"/>
                <a:gd name="T77" fmla="*/ 147 h 249"/>
                <a:gd name="T78" fmla="*/ 77 w 159"/>
                <a:gd name="T79" fmla="*/ 140 h 249"/>
                <a:gd name="T80" fmla="*/ 56 w 159"/>
                <a:gd name="T81" fmla="*/ 133 h 249"/>
                <a:gd name="T82" fmla="*/ 38 w 159"/>
                <a:gd name="T83" fmla="*/ 126 h 249"/>
                <a:gd name="T84" fmla="*/ 21 w 159"/>
                <a:gd name="T85" fmla="*/ 112 h 249"/>
                <a:gd name="T86" fmla="*/ 12 w 159"/>
                <a:gd name="T87" fmla="*/ 93 h 249"/>
                <a:gd name="T88" fmla="*/ 7 w 159"/>
                <a:gd name="T89" fmla="*/ 65 h 249"/>
                <a:gd name="T90" fmla="*/ 10 w 159"/>
                <a:gd name="T91" fmla="*/ 49 h 249"/>
                <a:gd name="T92" fmla="*/ 19 w 159"/>
                <a:gd name="T93" fmla="*/ 30 h 249"/>
                <a:gd name="T94" fmla="*/ 35 w 159"/>
                <a:gd name="T95" fmla="*/ 14 h 249"/>
                <a:gd name="T96" fmla="*/ 59 w 159"/>
                <a:gd name="T97" fmla="*/ 2 h 249"/>
                <a:gd name="T98" fmla="*/ 89 w 159"/>
                <a:gd name="T99" fmla="*/ 0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249">
                  <a:moveTo>
                    <a:pt x="89" y="0"/>
                  </a:moveTo>
                  <a:lnTo>
                    <a:pt x="114" y="2"/>
                  </a:lnTo>
                  <a:lnTo>
                    <a:pt x="138" y="9"/>
                  </a:lnTo>
                  <a:lnTo>
                    <a:pt x="156" y="26"/>
                  </a:lnTo>
                  <a:lnTo>
                    <a:pt x="131" y="51"/>
                  </a:lnTo>
                  <a:lnTo>
                    <a:pt x="114" y="35"/>
                  </a:lnTo>
                  <a:lnTo>
                    <a:pt x="89" y="30"/>
                  </a:lnTo>
                  <a:lnTo>
                    <a:pt x="66" y="33"/>
                  </a:lnTo>
                  <a:lnTo>
                    <a:pt x="52" y="42"/>
                  </a:lnTo>
                  <a:lnTo>
                    <a:pt x="45" y="54"/>
                  </a:lnTo>
                  <a:lnTo>
                    <a:pt x="42" y="65"/>
                  </a:lnTo>
                  <a:lnTo>
                    <a:pt x="47" y="84"/>
                  </a:lnTo>
                  <a:lnTo>
                    <a:pt x="56" y="93"/>
                  </a:lnTo>
                  <a:lnTo>
                    <a:pt x="73" y="103"/>
                  </a:lnTo>
                  <a:lnTo>
                    <a:pt x="91" y="110"/>
                  </a:lnTo>
                  <a:lnTo>
                    <a:pt x="110" y="114"/>
                  </a:lnTo>
                  <a:lnTo>
                    <a:pt x="128" y="124"/>
                  </a:lnTo>
                  <a:lnTo>
                    <a:pt x="145" y="135"/>
                  </a:lnTo>
                  <a:lnTo>
                    <a:pt x="156" y="151"/>
                  </a:lnTo>
                  <a:lnTo>
                    <a:pt x="159" y="177"/>
                  </a:lnTo>
                  <a:lnTo>
                    <a:pt x="156" y="203"/>
                  </a:lnTo>
                  <a:lnTo>
                    <a:pt x="145" y="221"/>
                  </a:lnTo>
                  <a:lnTo>
                    <a:pt x="126" y="238"/>
                  </a:lnTo>
                  <a:lnTo>
                    <a:pt x="103" y="247"/>
                  </a:lnTo>
                  <a:lnTo>
                    <a:pt x="77" y="249"/>
                  </a:lnTo>
                  <a:lnTo>
                    <a:pt x="47" y="247"/>
                  </a:lnTo>
                  <a:lnTo>
                    <a:pt x="21" y="235"/>
                  </a:lnTo>
                  <a:lnTo>
                    <a:pt x="0" y="217"/>
                  </a:lnTo>
                  <a:lnTo>
                    <a:pt x="26" y="193"/>
                  </a:lnTo>
                  <a:lnTo>
                    <a:pt x="40" y="210"/>
                  </a:lnTo>
                  <a:lnTo>
                    <a:pt x="59" y="217"/>
                  </a:lnTo>
                  <a:lnTo>
                    <a:pt x="77" y="219"/>
                  </a:lnTo>
                  <a:lnTo>
                    <a:pt x="93" y="217"/>
                  </a:lnTo>
                  <a:lnTo>
                    <a:pt x="110" y="210"/>
                  </a:lnTo>
                  <a:lnTo>
                    <a:pt x="121" y="198"/>
                  </a:lnTo>
                  <a:lnTo>
                    <a:pt x="126" y="179"/>
                  </a:lnTo>
                  <a:lnTo>
                    <a:pt x="121" y="165"/>
                  </a:lnTo>
                  <a:lnTo>
                    <a:pt x="110" y="154"/>
                  </a:lnTo>
                  <a:lnTo>
                    <a:pt x="96" y="147"/>
                  </a:lnTo>
                  <a:lnTo>
                    <a:pt x="77" y="140"/>
                  </a:lnTo>
                  <a:lnTo>
                    <a:pt x="56" y="133"/>
                  </a:lnTo>
                  <a:lnTo>
                    <a:pt x="38" y="126"/>
                  </a:lnTo>
                  <a:lnTo>
                    <a:pt x="21" y="112"/>
                  </a:lnTo>
                  <a:lnTo>
                    <a:pt x="12" y="93"/>
                  </a:lnTo>
                  <a:lnTo>
                    <a:pt x="7" y="65"/>
                  </a:lnTo>
                  <a:lnTo>
                    <a:pt x="10" y="49"/>
                  </a:lnTo>
                  <a:lnTo>
                    <a:pt x="19" y="30"/>
                  </a:lnTo>
                  <a:lnTo>
                    <a:pt x="35" y="14"/>
                  </a:lnTo>
                  <a:lnTo>
                    <a:pt x="59" y="2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1"/>
            <p:cNvSpPr>
              <a:spLocks/>
            </p:cNvSpPr>
            <p:nvPr userDrawn="1"/>
          </p:nvSpPr>
          <p:spPr bwMode="auto">
            <a:xfrm>
              <a:off x="10836275" y="3175"/>
              <a:ext cx="239713" cy="381000"/>
            </a:xfrm>
            <a:custGeom>
              <a:avLst/>
              <a:gdLst>
                <a:gd name="T0" fmla="*/ 0 w 151"/>
                <a:gd name="T1" fmla="*/ 0 h 240"/>
                <a:gd name="T2" fmla="*/ 151 w 151"/>
                <a:gd name="T3" fmla="*/ 0 h 240"/>
                <a:gd name="T4" fmla="*/ 151 w 151"/>
                <a:gd name="T5" fmla="*/ 30 h 240"/>
                <a:gd name="T6" fmla="*/ 33 w 151"/>
                <a:gd name="T7" fmla="*/ 30 h 240"/>
                <a:gd name="T8" fmla="*/ 33 w 151"/>
                <a:gd name="T9" fmla="*/ 105 h 240"/>
                <a:gd name="T10" fmla="*/ 142 w 151"/>
                <a:gd name="T11" fmla="*/ 105 h 240"/>
                <a:gd name="T12" fmla="*/ 142 w 151"/>
                <a:gd name="T13" fmla="*/ 135 h 240"/>
                <a:gd name="T14" fmla="*/ 33 w 151"/>
                <a:gd name="T15" fmla="*/ 135 h 240"/>
                <a:gd name="T16" fmla="*/ 33 w 151"/>
                <a:gd name="T17" fmla="*/ 240 h 240"/>
                <a:gd name="T18" fmla="*/ 0 w 151"/>
                <a:gd name="T19" fmla="*/ 240 h 240"/>
                <a:gd name="T20" fmla="*/ 0 w 151"/>
                <a:gd name="T21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1" h="240">
                  <a:moveTo>
                    <a:pt x="0" y="0"/>
                  </a:moveTo>
                  <a:lnTo>
                    <a:pt x="151" y="0"/>
                  </a:lnTo>
                  <a:lnTo>
                    <a:pt x="151" y="30"/>
                  </a:lnTo>
                  <a:lnTo>
                    <a:pt x="33" y="30"/>
                  </a:lnTo>
                  <a:lnTo>
                    <a:pt x="33" y="105"/>
                  </a:lnTo>
                  <a:lnTo>
                    <a:pt x="142" y="105"/>
                  </a:lnTo>
                  <a:lnTo>
                    <a:pt x="142" y="135"/>
                  </a:lnTo>
                  <a:lnTo>
                    <a:pt x="33" y="135"/>
                  </a:lnTo>
                  <a:lnTo>
                    <a:pt x="33" y="240"/>
                  </a:lnTo>
                  <a:lnTo>
                    <a:pt x="0" y="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2"/>
            <p:cNvSpPr>
              <a:spLocks noEditPoints="1"/>
            </p:cNvSpPr>
            <p:nvPr userDrawn="1"/>
          </p:nvSpPr>
          <p:spPr bwMode="auto">
            <a:xfrm>
              <a:off x="11114088" y="-7938"/>
              <a:ext cx="395288" cy="400050"/>
            </a:xfrm>
            <a:custGeom>
              <a:avLst/>
              <a:gdLst>
                <a:gd name="T0" fmla="*/ 125 w 249"/>
                <a:gd name="T1" fmla="*/ 33 h 252"/>
                <a:gd name="T2" fmla="*/ 95 w 249"/>
                <a:gd name="T3" fmla="*/ 37 h 252"/>
                <a:gd name="T4" fmla="*/ 70 w 249"/>
                <a:gd name="T5" fmla="*/ 49 h 252"/>
                <a:gd name="T6" fmla="*/ 51 w 249"/>
                <a:gd name="T7" fmla="*/ 70 h 252"/>
                <a:gd name="T8" fmla="*/ 39 w 249"/>
                <a:gd name="T9" fmla="*/ 98 h 252"/>
                <a:gd name="T10" fmla="*/ 35 w 249"/>
                <a:gd name="T11" fmla="*/ 126 h 252"/>
                <a:gd name="T12" fmla="*/ 39 w 249"/>
                <a:gd name="T13" fmla="*/ 156 h 252"/>
                <a:gd name="T14" fmla="*/ 51 w 249"/>
                <a:gd name="T15" fmla="*/ 182 h 252"/>
                <a:gd name="T16" fmla="*/ 70 w 249"/>
                <a:gd name="T17" fmla="*/ 203 h 252"/>
                <a:gd name="T18" fmla="*/ 95 w 249"/>
                <a:gd name="T19" fmla="*/ 217 h 252"/>
                <a:gd name="T20" fmla="*/ 125 w 249"/>
                <a:gd name="T21" fmla="*/ 221 h 252"/>
                <a:gd name="T22" fmla="*/ 156 w 249"/>
                <a:gd name="T23" fmla="*/ 217 h 252"/>
                <a:gd name="T24" fmla="*/ 179 w 249"/>
                <a:gd name="T25" fmla="*/ 203 h 252"/>
                <a:gd name="T26" fmla="*/ 200 w 249"/>
                <a:gd name="T27" fmla="*/ 182 h 252"/>
                <a:gd name="T28" fmla="*/ 212 w 249"/>
                <a:gd name="T29" fmla="*/ 156 h 252"/>
                <a:gd name="T30" fmla="*/ 214 w 249"/>
                <a:gd name="T31" fmla="*/ 126 h 252"/>
                <a:gd name="T32" fmla="*/ 212 w 249"/>
                <a:gd name="T33" fmla="*/ 98 h 252"/>
                <a:gd name="T34" fmla="*/ 200 w 249"/>
                <a:gd name="T35" fmla="*/ 70 h 252"/>
                <a:gd name="T36" fmla="*/ 179 w 249"/>
                <a:gd name="T37" fmla="*/ 49 h 252"/>
                <a:gd name="T38" fmla="*/ 156 w 249"/>
                <a:gd name="T39" fmla="*/ 37 h 252"/>
                <a:gd name="T40" fmla="*/ 125 w 249"/>
                <a:gd name="T41" fmla="*/ 33 h 252"/>
                <a:gd name="T42" fmla="*/ 125 w 249"/>
                <a:gd name="T43" fmla="*/ 0 h 252"/>
                <a:gd name="T44" fmla="*/ 165 w 249"/>
                <a:gd name="T45" fmla="*/ 7 h 252"/>
                <a:gd name="T46" fmla="*/ 200 w 249"/>
                <a:gd name="T47" fmla="*/ 26 h 252"/>
                <a:gd name="T48" fmla="*/ 226 w 249"/>
                <a:gd name="T49" fmla="*/ 51 h 252"/>
                <a:gd name="T50" fmla="*/ 244 w 249"/>
                <a:gd name="T51" fmla="*/ 86 h 252"/>
                <a:gd name="T52" fmla="*/ 249 w 249"/>
                <a:gd name="T53" fmla="*/ 126 h 252"/>
                <a:gd name="T54" fmla="*/ 244 w 249"/>
                <a:gd name="T55" fmla="*/ 168 h 252"/>
                <a:gd name="T56" fmla="*/ 226 w 249"/>
                <a:gd name="T57" fmla="*/ 203 h 252"/>
                <a:gd name="T58" fmla="*/ 200 w 249"/>
                <a:gd name="T59" fmla="*/ 228 h 252"/>
                <a:gd name="T60" fmla="*/ 165 w 249"/>
                <a:gd name="T61" fmla="*/ 247 h 252"/>
                <a:gd name="T62" fmla="*/ 125 w 249"/>
                <a:gd name="T63" fmla="*/ 252 h 252"/>
                <a:gd name="T64" fmla="*/ 84 w 249"/>
                <a:gd name="T65" fmla="*/ 247 h 252"/>
                <a:gd name="T66" fmla="*/ 49 w 249"/>
                <a:gd name="T67" fmla="*/ 228 h 252"/>
                <a:gd name="T68" fmla="*/ 23 w 249"/>
                <a:gd name="T69" fmla="*/ 203 h 252"/>
                <a:gd name="T70" fmla="*/ 7 w 249"/>
                <a:gd name="T71" fmla="*/ 168 h 252"/>
                <a:gd name="T72" fmla="*/ 0 w 249"/>
                <a:gd name="T73" fmla="*/ 126 h 252"/>
                <a:gd name="T74" fmla="*/ 7 w 249"/>
                <a:gd name="T75" fmla="*/ 86 h 252"/>
                <a:gd name="T76" fmla="*/ 23 w 249"/>
                <a:gd name="T77" fmla="*/ 51 h 252"/>
                <a:gd name="T78" fmla="*/ 49 w 249"/>
                <a:gd name="T79" fmla="*/ 26 h 252"/>
                <a:gd name="T80" fmla="*/ 84 w 249"/>
                <a:gd name="T81" fmla="*/ 7 h 252"/>
                <a:gd name="T82" fmla="*/ 125 w 249"/>
                <a:gd name="T83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49" h="252">
                  <a:moveTo>
                    <a:pt x="125" y="33"/>
                  </a:moveTo>
                  <a:lnTo>
                    <a:pt x="95" y="37"/>
                  </a:lnTo>
                  <a:lnTo>
                    <a:pt x="70" y="49"/>
                  </a:lnTo>
                  <a:lnTo>
                    <a:pt x="51" y="70"/>
                  </a:lnTo>
                  <a:lnTo>
                    <a:pt x="39" y="98"/>
                  </a:lnTo>
                  <a:lnTo>
                    <a:pt x="35" y="126"/>
                  </a:lnTo>
                  <a:lnTo>
                    <a:pt x="39" y="156"/>
                  </a:lnTo>
                  <a:lnTo>
                    <a:pt x="51" y="182"/>
                  </a:lnTo>
                  <a:lnTo>
                    <a:pt x="70" y="203"/>
                  </a:lnTo>
                  <a:lnTo>
                    <a:pt x="95" y="217"/>
                  </a:lnTo>
                  <a:lnTo>
                    <a:pt x="125" y="221"/>
                  </a:lnTo>
                  <a:lnTo>
                    <a:pt x="156" y="217"/>
                  </a:lnTo>
                  <a:lnTo>
                    <a:pt x="179" y="203"/>
                  </a:lnTo>
                  <a:lnTo>
                    <a:pt x="200" y="182"/>
                  </a:lnTo>
                  <a:lnTo>
                    <a:pt x="212" y="156"/>
                  </a:lnTo>
                  <a:lnTo>
                    <a:pt x="214" y="126"/>
                  </a:lnTo>
                  <a:lnTo>
                    <a:pt x="212" y="98"/>
                  </a:lnTo>
                  <a:lnTo>
                    <a:pt x="200" y="70"/>
                  </a:lnTo>
                  <a:lnTo>
                    <a:pt x="179" y="49"/>
                  </a:lnTo>
                  <a:lnTo>
                    <a:pt x="156" y="37"/>
                  </a:lnTo>
                  <a:lnTo>
                    <a:pt x="125" y="33"/>
                  </a:lnTo>
                  <a:close/>
                  <a:moveTo>
                    <a:pt x="125" y="0"/>
                  </a:moveTo>
                  <a:lnTo>
                    <a:pt x="165" y="7"/>
                  </a:lnTo>
                  <a:lnTo>
                    <a:pt x="200" y="26"/>
                  </a:lnTo>
                  <a:lnTo>
                    <a:pt x="226" y="51"/>
                  </a:lnTo>
                  <a:lnTo>
                    <a:pt x="244" y="86"/>
                  </a:lnTo>
                  <a:lnTo>
                    <a:pt x="249" y="126"/>
                  </a:lnTo>
                  <a:lnTo>
                    <a:pt x="244" y="168"/>
                  </a:lnTo>
                  <a:lnTo>
                    <a:pt x="226" y="203"/>
                  </a:lnTo>
                  <a:lnTo>
                    <a:pt x="200" y="228"/>
                  </a:lnTo>
                  <a:lnTo>
                    <a:pt x="165" y="247"/>
                  </a:lnTo>
                  <a:lnTo>
                    <a:pt x="125" y="252"/>
                  </a:lnTo>
                  <a:lnTo>
                    <a:pt x="84" y="247"/>
                  </a:lnTo>
                  <a:lnTo>
                    <a:pt x="49" y="228"/>
                  </a:lnTo>
                  <a:lnTo>
                    <a:pt x="23" y="203"/>
                  </a:lnTo>
                  <a:lnTo>
                    <a:pt x="7" y="168"/>
                  </a:lnTo>
                  <a:lnTo>
                    <a:pt x="0" y="126"/>
                  </a:lnTo>
                  <a:lnTo>
                    <a:pt x="7" y="86"/>
                  </a:lnTo>
                  <a:lnTo>
                    <a:pt x="23" y="51"/>
                  </a:lnTo>
                  <a:lnTo>
                    <a:pt x="49" y="26"/>
                  </a:lnTo>
                  <a:lnTo>
                    <a:pt x="84" y="7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33"/>
            <p:cNvSpPr>
              <a:spLocks noEditPoints="1"/>
            </p:cNvSpPr>
            <p:nvPr userDrawn="1"/>
          </p:nvSpPr>
          <p:spPr bwMode="auto">
            <a:xfrm>
              <a:off x="11576050" y="3175"/>
              <a:ext cx="269875" cy="381000"/>
            </a:xfrm>
            <a:custGeom>
              <a:avLst/>
              <a:gdLst>
                <a:gd name="T0" fmla="*/ 32 w 170"/>
                <a:gd name="T1" fmla="*/ 28 h 240"/>
                <a:gd name="T2" fmla="*/ 32 w 170"/>
                <a:gd name="T3" fmla="*/ 105 h 240"/>
                <a:gd name="T4" fmla="*/ 74 w 170"/>
                <a:gd name="T5" fmla="*/ 105 h 240"/>
                <a:gd name="T6" fmla="*/ 90 w 170"/>
                <a:gd name="T7" fmla="*/ 105 h 240"/>
                <a:gd name="T8" fmla="*/ 104 w 170"/>
                <a:gd name="T9" fmla="*/ 100 h 240"/>
                <a:gd name="T10" fmla="*/ 116 w 170"/>
                <a:gd name="T11" fmla="*/ 96 h 240"/>
                <a:gd name="T12" fmla="*/ 123 w 170"/>
                <a:gd name="T13" fmla="*/ 84 h 240"/>
                <a:gd name="T14" fmla="*/ 125 w 170"/>
                <a:gd name="T15" fmla="*/ 68 h 240"/>
                <a:gd name="T16" fmla="*/ 123 w 170"/>
                <a:gd name="T17" fmla="*/ 51 h 240"/>
                <a:gd name="T18" fmla="*/ 116 w 170"/>
                <a:gd name="T19" fmla="*/ 40 h 240"/>
                <a:gd name="T20" fmla="*/ 104 w 170"/>
                <a:gd name="T21" fmla="*/ 33 h 240"/>
                <a:gd name="T22" fmla="*/ 90 w 170"/>
                <a:gd name="T23" fmla="*/ 30 h 240"/>
                <a:gd name="T24" fmla="*/ 74 w 170"/>
                <a:gd name="T25" fmla="*/ 28 h 240"/>
                <a:gd name="T26" fmla="*/ 32 w 170"/>
                <a:gd name="T27" fmla="*/ 28 h 240"/>
                <a:gd name="T28" fmla="*/ 0 w 170"/>
                <a:gd name="T29" fmla="*/ 0 h 240"/>
                <a:gd name="T30" fmla="*/ 83 w 170"/>
                <a:gd name="T31" fmla="*/ 0 h 240"/>
                <a:gd name="T32" fmla="*/ 111 w 170"/>
                <a:gd name="T33" fmla="*/ 2 h 240"/>
                <a:gd name="T34" fmla="*/ 130 w 170"/>
                <a:gd name="T35" fmla="*/ 12 h 240"/>
                <a:gd name="T36" fmla="*/ 144 w 170"/>
                <a:gd name="T37" fmla="*/ 23 h 240"/>
                <a:gd name="T38" fmla="*/ 153 w 170"/>
                <a:gd name="T39" fmla="*/ 37 h 240"/>
                <a:gd name="T40" fmla="*/ 158 w 170"/>
                <a:gd name="T41" fmla="*/ 51 h 240"/>
                <a:gd name="T42" fmla="*/ 160 w 170"/>
                <a:gd name="T43" fmla="*/ 68 h 240"/>
                <a:gd name="T44" fmla="*/ 156 w 170"/>
                <a:gd name="T45" fmla="*/ 89 h 240"/>
                <a:gd name="T46" fmla="*/ 144 w 170"/>
                <a:gd name="T47" fmla="*/ 109 h 240"/>
                <a:gd name="T48" fmla="*/ 125 w 170"/>
                <a:gd name="T49" fmla="*/ 123 h 240"/>
                <a:gd name="T50" fmla="*/ 102 w 170"/>
                <a:gd name="T51" fmla="*/ 130 h 240"/>
                <a:gd name="T52" fmla="*/ 170 w 170"/>
                <a:gd name="T53" fmla="*/ 240 h 240"/>
                <a:gd name="T54" fmla="*/ 130 w 170"/>
                <a:gd name="T55" fmla="*/ 240 h 240"/>
                <a:gd name="T56" fmla="*/ 69 w 170"/>
                <a:gd name="T57" fmla="*/ 133 h 240"/>
                <a:gd name="T58" fmla="*/ 32 w 170"/>
                <a:gd name="T59" fmla="*/ 133 h 240"/>
                <a:gd name="T60" fmla="*/ 32 w 170"/>
                <a:gd name="T61" fmla="*/ 240 h 240"/>
                <a:gd name="T62" fmla="*/ 0 w 170"/>
                <a:gd name="T63" fmla="*/ 240 h 240"/>
                <a:gd name="T64" fmla="*/ 0 w 170"/>
                <a:gd name="T65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0" h="240">
                  <a:moveTo>
                    <a:pt x="32" y="28"/>
                  </a:moveTo>
                  <a:lnTo>
                    <a:pt x="32" y="105"/>
                  </a:lnTo>
                  <a:lnTo>
                    <a:pt x="74" y="105"/>
                  </a:lnTo>
                  <a:lnTo>
                    <a:pt x="90" y="105"/>
                  </a:lnTo>
                  <a:lnTo>
                    <a:pt x="104" y="100"/>
                  </a:lnTo>
                  <a:lnTo>
                    <a:pt x="116" y="96"/>
                  </a:lnTo>
                  <a:lnTo>
                    <a:pt x="123" y="84"/>
                  </a:lnTo>
                  <a:lnTo>
                    <a:pt x="125" y="68"/>
                  </a:lnTo>
                  <a:lnTo>
                    <a:pt x="123" y="51"/>
                  </a:lnTo>
                  <a:lnTo>
                    <a:pt x="116" y="40"/>
                  </a:lnTo>
                  <a:lnTo>
                    <a:pt x="104" y="33"/>
                  </a:lnTo>
                  <a:lnTo>
                    <a:pt x="90" y="30"/>
                  </a:lnTo>
                  <a:lnTo>
                    <a:pt x="74" y="28"/>
                  </a:lnTo>
                  <a:lnTo>
                    <a:pt x="32" y="28"/>
                  </a:lnTo>
                  <a:close/>
                  <a:moveTo>
                    <a:pt x="0" y="0"/>
                  </a:moveTo>
                  <a:lnTo>
                    <a:pt x="83" y="0"/>
                  </a:lnTo>
                  <a:lnTo>
                    <a:pt x="111" y="2"/>
                  </a:lnTo>
                  <a:lnTo>
                    <a:pt x="130" y="12"/>
                  </a:lnTo>
                  <a:lnTo>
                    <a:pt x="144" y="23"/>
                  </a:lnTo>
                  <a:lnTo>
                    <a:pt x="153" y="37"/>
                  </a:lnTo>
                  <a:lnTo>
                    <a:pt x="158" y="51"/>
                  </a:lnTo>
                  <a:lnTo>
                    <a:pt x="160" y="68"/>
                  </a:lnTo>
                  <a:lnTo>
                    <a:pt x="156" y="89"/>
                  </a:lnTo>
                  <a:lnTo>
                    <a:pt x="144" y="109"/>
                  </a:lnTo>
                  <a:lnTo>
                    <a:pt x="125" y="123"/>
                  </a:lnTo>
                  <a:lnTo>
                    <a:pt x="102" y="130"/>
                  </a:lnTo>
                  <a:lnTo>
                    <a:pt x="170" y="240"/>
                  </a:lnTo>
                  <a:lnTo>
                    <a:pt x="130" y="240"/>
                  </a:lnTo>
                  <a:lnTo>
                    <a:pt x="69" y="133"/>
                  </a:lnTo>
                  <a:lnTo>
                    <a:pt x="32" y="133"/>
                  </a:lnTo>
                  <a:lnTo>
                    <a:pt x="32" y="240"/>
                  </a:lnTo>
                  <a:lnTo>
                    <a:pt x="0" y="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34"/>
            <p:cNvSpPr>
              <a:spLocks noEditPoints="1"/>
            </p:cNvSpPr>
            <p:nvPr userDrawn="1"/>
          </p:nvSpPr>
          <p:spPr bwMode="auto">
            <a:xfrm>
              <a:off x="11988800" y="3175"/>
              <a:ext cx="373063" cy="381000"/>
            </a:xfrm>
            <a:custGeom>
              <a:avLst/>
              <a:gdLst>
                <a:gd name="T0" fmla="*/ 117 w 235"/>
                <a:gd name="T1" fmla="*/ 42 h 240"/>
                <a:gd name="T2" fmla="*/ 72 w 235"/>
                <a:gd name="T3" fmla="*/ 151 h 240"/>
                <a:gd name="T4" fmla="*/ 163 w 235"/>
                <a:gd name="T5" fmla="*/ 151 h 240"/>
                <a:gd name="T6" fmla="*/ 119 w 235"/>
                <a:gd name="T7" fmla="*/ 42 h 240"/>
                <a:gd name="T8" fmla="*/ 117 w 235"/>
                <a:gd name="T9" fmla="*/ 42 h 240"/>
                <a:gd name="T10" fmla="*/ 105 w 235"/>
                <a:gd name="T11" fmla="*/ 0 h 240"/>
                <a:gd name="T12" fmla="*/ 135 w 235"/>
                <a:gd name="T13" fmla="*/ 0 h 240"/>
                <a:gd name="T14" fmla="*/ 235 w 235"/>
                <a:gd name="T15" fmla="*/ 240 h 240"/>
                <a:gd name="T16" fmla="*/ 198 w 235"/>
                <a:gd name="T17" fmla="*/ 240 h 240"/>
                <a:gd name="T18" fmla="*/ 175 w 235"/>
                <a:gd name="T19" fmla="*/ 179 h 240"/>
                <a:gd name="T20" fmla="*/ 61 w 235"/>
                <a:gd name="T21" fmla="*/ 179 h 240"/>
                <a:gd name="T22" fmla="*/ 38 w 235"/>
                <a:gd name="T23" fmla="*/ 240 h 240"/>
                <a:gd name="T24" fmla="*/ 0 w 235"/>
                <a:gd name="T25" fmla="*/ 240 h 240"/>
                <a:gd name="T26" fmla="*/ 105 w 235"/>
                <a:gd name="T27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5" h="240">
                  <a:moveTo>
                    <a:pt x="117" y="42"/>
                  </a:moveTo>
                  <a:lnTo>
                    <a:pt x="72" y="151"/>
                  </a:lnTo>
                  <a:lnTo>
                    <a:pt x="163" y="151"/>
                  </a:lnTo>
                  <a:lnTo>
                    <a:pt x="119" y="42"/>
                  </a:lnTo>
                  <a:lnTo>
                    <a:pt x="117" y="42"/>
                  </a:lnTo>
                  <a:close/>
                  <a:moveTo>
                    <a:pt x="105" y="0"/>
                  </a:moveTo>
                  <a:lnTo>
                    <a:pt x="135" y="0"/>
                  </a:lnTo>
                  <a:lnTo>
                    <a:pt x="235" y="240"/>
                  </a:lnTo>
                  <a:lnTo>
                    <a:pt x="198" y="240"/>
                  </a:lnTo>
                  <a:lnTo>
                    <a:pt x="175" y="179"/>
                  </a:lnTo>
                  <a:lnTo>
                    <a:pt x="61" y="179"/>
                  </a:lnTo>
                  <a:lnTo>
                    <a:pt x="38" y="240"/>
                  </a:lnTo>
                  <a:lnTo>
                    <a:pt x="0" y="240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35"/>
            <p:cNvSpPr>
              <a:spLocks/>
            </p:cNvSpPr>
            <p:nvPr userDrawn="1"/>
          </p:nvSpPr>
          <p:spPr bwMode="auto">
            <a:xfrm>
              <a:off x="12514263" y="-7938"/>
              <a:ext cx="254000" cy="400050"/>
            </a:xfrm>
            <a:custGeom>
              <a:avLst/>
              <a:gdLst>
                <a:gd name="T0" fmla="*/ 88 w 160"/>
                <a:gd name="T1" fmla="*/ 0 h 252"/>
                <a:gd name="T2" fmla="*/ 114 w 160"/>
                <a:gd name="T3" fmla="*/ 2 h 252"/>
                <a:gd name="T4" fmla="*/ 137 w 160"/>
                <a:gd name="T5" fmla="*/ 12 h 252"/>
                <a:gd name="T6" fmla="*/ 158 w 160"/>
                <a:gd name="T7" fmla="*/ 28 h 252"/>
                <a:gd name="T8" fmla="*/ 130 w 160"/>
                <a:gd name="T9" fmla="*/ 54 h 252"/>
                <a:gd name="T10" fmla="*/ 114 w 160"/>
                <a:gd name="T11" fmla="*/ 37 h 252"/>
                <a:gd name="T12" fmla="*/ 88 w 160"/>
                <a:gd name="T13" fmla="*/ 33 h 252"/>
                <a:gd name="T14" fmla="*/ 65 w 160"/>
                <a:gd name="T15" fmla="*/ 35 h 252"/>
                <a:gd name="T16" fmla="*/ 51 w 160"/>
                <a:gd name="T17" fmla="*/ 44 h 252"/>
                <a:gd name="T18" fmla="*/ 44 w 160"/>
                <a:gd name="T19" fmla="*/ 56 h 252"/>
                <a:gd name="T20" fmla="*/ 42 w 160"/>
                <a:gd name="T21" fmla="*/ 68 h 252"/>
                <a:gd name="T22" fmla="*/ 46 w 160"/>
                <a:gd name="T23" fmla="*/ 84 h 252"/>
                <a:gd name="T24" fmla="*/ 56 w 160"/>
                <a:gd name="T25" fmla="*/ 96 h 252"/>
                <a:gd name="T26" fmla="*/ 72 w 160"/>
                <a:gd name="T27" fmla="*/ 105 h 252"/>
                <a:gd name="T28" fmla="*/ 91 w 160"/>
                <a:gd name="T29" fmla="*/ 109 h 252"/>
                <a:gd name="T30" fmla="*/ 112 w 160"/>
                <a:gd name="T31" fmla="*/ 116 h 252"/>
                <a:gd name="T32" fmla="*/ 130 w 160"/>
                <a:gd name="T33" fmla="*/ 126 h 252"/>
                <a:gd name="T34" fmla="*/ 144 w 160"/>
                <a:gd name="T35" fmla="*/ 137 h 252"/>
                <a:gd name="T36" fmla="*/ 156 w 160"/>
                <a:gd name="T37" fmla="*/ 154 h 252"/>
                <a:gd name="T38" fmla="*/ 160 w 160"/>
                <a:gd name="T39" fmla="*/ 179 h 252"/>
                <a:gd name="T40" fmla="*/ 156 w 160"/>
                <a:gd name="T41" fmla="*/ 203 h 252"/>
                <a:gd name="T42" fmla="*/ 144 w 160"/>
                <a:gd name="T43" fmla="*/ 224 h 252"/>
                <a:gd name="T44" fmla="*/ 125 w 160"/>
                <a:gd name="T45" fmla="*/ 240 h 252"/>
                <a:gd name="T46" fmla="*/ 102 w 160"/>
                <a:gd name="T47" fmla="*/ 249 h 252"/>
                <a:gd name="T48" fmla="*/ 77 w 160"/>
                <a:gd name="T49" fmla="*/ 252 h 252"/>
                <a:gd name="T50" fmla="*/ 46 w 160"/>
                <a:gd name="T51" fmla="*/ 249 h 252"/>
                <a:gd name="T52" fmla="*/ 21 w 160"/>
                <a:gd name="T53" fmla="*/ 238 h 252"/>
                <a:gd name="T54" fmla="*/ 0 w 160"/>
                <a:gd name="T55" fmla="*/ 219 h 252"/>
                <a:gd name="T56" fmla="*/ 28 w 160"/>
                <a:gd name="T57" fmla="*/ 196 h 252"/>
                <a:gd name="T58" fmla="*/ 42 w 160"/>
                <a:gd name="T59" fmla="*/ 210 h 252"/>
                <a:gd name="T60" fmla="*/ 58 w 160"/>
                <a:gd name="T61" fmla="*/ 219 h 252"/>
                <a:gd name="T62" fmla="*/ 77 w 160"/>
                <a:gd name="T63" fmla="*/ 221 h 252"/>
                <a:gd name="T64" fmla="*/ 93 w 160"/>
                <a:gd name="T65" fmla="*/ 219 h 252"/>
                <a:gd name="T66" fmla="*/ 109 w 160"/>
                <a:gd name="T67" fmla="*/ 212 h 252"/>
                <a:gd name="T68" fmla="*/ 121 w 160"/>
                <a:gd name="T69" fmla="*/ 200 h 252"/>
                <a:gd name="T70" fmla="*/ 125 w 160"/>
                <a:gd name="T71" fmla="*/ 182 h 252"/>
                <a:gd name="T72" fmla="*/ 121 w 160"/>
                <a:gd name="T73" fmla="*/ 168 h 252"/>
                <a:gd name="T74" fmla="*/ 109 w 160"/>
                <a:gd name="T75" fmla="*/ 156 h 252"/>
                <a:gd name="T76" fmla="*/ 95 w 160"/>
                <a:gd name="T77" fmla="*/ 149 h 252"/>
                <a:gd name="T78" fmla="*/ 77 w 160"/>
                <a:gd name="T79" fmla="*/ 142 h 252"/>
                <a:gd name="T80" fmla="*/ 56 w 160"/>
                <a:gd name="T81" fmla="*/ 135 h 252"/>
                <a:gd name="T82" fmla="*/ 37 w 160"/>
                <a:gd name="T83" fmla="*/ 126 h 252"/>
                <a:gd name="T84" fmla="*/ 23 w 160"/>
                <a:gd name="T85" fmla="*/ 114 h 252"/>
                <a:gd name="T86" fmla="*/ 11 w 160"/>
                <a:gd name="T87" fmla="*/ 96 h 252"/>
                <a:gd name="T88" fmla="*/ 7 w 160"/>
                <a:gd name="T89" fmla="*/ 68 h 252"/>
                <a:gd name="T90" fmla="*/ 11 w 160"/>
                <a:gd name="T91" fmla="*/ 51 h 252"/>
                <a:gd name="T92" fmla="*/ 18 w 160"/>
                <a:gd name="T93" fmla="*/ 33 h 252"/>
                <a:gd name="T94" fmla="*/ 35 w 160"/>
                <a:gd name="T95" fmla="*/ 16 h 252"/>
                <a:gd name="T96" fmla="*/ 58 w 160"/>
                <a:gd name="T97" fmla="*/ 5 h 252"/>
                <a:gd name="T98" fmla="*/ 88 w 160"/>
                <a:gd name="T99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0" h="252">
                  <a:moveTo>
                    <a:pt x="88" y="0"/>
                  </a:moveTo>
                  <a:lnTo>
                    <a:pt x="114" y="2"/>
                  </a:lnTo>
                  <a:lnTo>
                    <a:pt x="137" y="12"/>
                  </a:lnTo>
                  <a:lnTo>
                    <a:pt x="158" y="28"/>
                  </a:lnTo>
                  <a:lnTo>
                    <a:pt x="130" y="54"/>
                  </a:lnTo>
                  <a:lnTo>
                    <a:pt x="114" y="37"/>
                  </a:lnTo>
                  <a:lnTo>
                    <a:pt x="88" y="33"/>
                  </a:lnTo>
                  <a:lnTo>
                    <a:pt x="65" y="35"/>
                  </a:lnTo>
                  <a:lnTo>
                    <a:pt x="51" y="44"/>
                  </a:lnTo>
                  <a:lnTo>
                    <a:pt x="44" y="56"/>
                  </a:lnTo>
                  <a:lnTo>
                    <a:pt x="42" y="68"/>
                  </a:lnTo>
                  <a:lnTo>
                    <a:pt x="46" y="84"/>
                  </a:lnTo>
                  <a:lnTo>
                    <a:pt x="56" y="96"/>
                  </a:lnTo>
                  <a:lnTo>
                    <a:pt x="72" y="105"/>
                  </a:lnTo>
                  <a:lnTo>
                    <a:pt x="91" y="109"/>
                  </a:lnTo>
                  <a:lnTo>
                    <a:pt x="112" y="116"/>
                  </a:lnTo>
                  <a:lnTo>
                    <a:pt x="130" y="126"/>
                  </a:lnTo>
                  <a:lnTo>
                    <a:pt x="144" y="137"/>
                  </a:lnTo>
                  <a:lnTo>
                    <a:pt x="156" y="154"/>
                  </a:lnTo>
                  <a:lnTo>
                    <a:pt x="160" y="179"/>
                  </a:lnTo>
                  <a:lnTo>
                    <a:pt x="156" y="203"/>
                  </a:lnTo>
                  <a:lnTo>
                    <a:pt x="144" y="224"/>
                  </a:lnTo>
                  <a:lnTo>
                    <a:pt x="125" y="240"/>
                  </a:lnTo>
                  <a:lnTo>
                    <a:pt x="102" y="249"/>
                  </a:lnTo>
                  <a:lnTo>
                    <a:pt x="77" y="252"/>
                  </a:lnTo>
                  <a:lnTo>
                    <a:pt x="46" y="249"/>
                  </a:lnTo>
                  <a:lnTo>
                    <a:pt x="21" y="238"/>
                  </a:lnTo>
                  <a:lnTo>
                    <a:pt x="0" y="219"/>
                  </a:lnTo>
                  <a:lnTo>
                    <a:pt x="28" y="196"/>
                  </a:lnTo>
                  <a:lnTo>
                    <a:pt x="42" y="210"/>
                  </a:lnTo>
                  <a:lnTo>
                    <a:pt x="58" y="219"/>
                  </a:lnTo>
                  <a:lnTo>
                    <a:pt x="77" y="221"/>
                  </a:lnTo>
                  <a:lnTo>
                    <a:pt x="93" y="219"/>
                  </a:lnTo>
                  <a:lnTo>
                    <a:pt x="109" y="212"/>
                  </a:lnTo>
                  <a:lnTo>
                    <a:pt x="121" y="200"/>
                  </a:lnTo>
                  <a:lnTo>
                    <a:pt x="125" y="182"/>
                  </a:lnTo>
                  <a:lnTo>
                    <a:pt x="121" y="168"/>
                  </a:lnTo>
                  <a:lnTo>
                    <a:pt x="109" y="156"/>
                  </a:lnTo>
                  <a:lnTo>
                    <a:pt x="95" y="149"/>
                  </a:lnTo>
                  <a:lnTo>
                    <a:pt x="77" y="142"/>
                  </a:lnTo>
                  <a:lnTo>
                    <a:pt x="56" y="135"/>
                  </a:lnTo>
                  <a:lnTo>
                    <a:pt x="37" y="126"/>
                  </a:lnTo>
                  <a:lnTo>
                    <a:pt x="23" y="114"/>
                  </a:lnTo>
                  <a:lnTo>
                    <a:pt x="11" y="96"/>
                  </a:lnTo>
                  <a:lnTo>
                    <a:pt x="7" y="68"/>
                  </a:lnTo>
                  <a:lnTo>
                    <a:pt x="11" y="51"/>
                  </a:lnTo>
                  <a:lnTo>
                    <a:pt x="18" y="33"/>
                  </a:lnTo>
                  <a:lnTo>
                    <a:pt x="35" y="16"/>
                  </a:lnTo>
                  <a:lnTo>
                    <a:pt x="58" y="5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36"/>
            <p:cNvSpPr>
              <a:spLocks/>
            </p:cNvSpPr>
            <p:nvPr userDrawn="1"/>
          </p:nvSpPr>
          <p:spPr bwMode="auto">
            <a:xfrm>
              <a:off x="12831763" y="3175"/>
              <a:ext cx="395288" cy="381000"/>
            </a:xfrm>
            <a:custGeom>
              <a:avLst/>
              <a:gdLst>
                <a:gd name="T0" fmla="*/ 0 w 249"/>
                <a:gd name="T1" fmla="*/ 0 h 240"/>
                <a:gd name="T2" fmla="*/ 49 w 249"/>
                <a:gd name="T3" fmla="*/ 0 h 240"/>
                <a:gd name="T4" fmla="*/ 123 w 249"/>
                <a:gd name="T5" fmla="*/ 182 h 240"/>
                <a:gd name="T6" fmla="*/ 126 w 249"/>
                <a:gd name="T7" fmla="*/ 182 h 240"/>
                <a:gd name="T8" fmla="*/ 200 w 249"/>
                <a:gd name="T9" fmla="*/ 0 h 240"/>
                <a:gd name="T10" fmla="*/ 249 w 249"/>
                <a:gd name="T11" fmla="*/ 0 h 240"/>
                <a:gd name="T12" fmla="*/ 249 w 249"/>
                <a:gd name="T13" fmla="*/ 240 h 240"/>
                <a:gd name="T14" fmla="*/ 216 w 249"/>
                <a:gd name="T15" fmla="*/ 240 h 240"/>
                <a:gd name="T16" fmla="*/ 216 w 249"/>
                <a:gd name="T17" fmla="*/ 42 h 240"/>
                <a:gd name="T18" fmla="*/ 216 w 249"/>
                <a:gd name="T19" fmla="*/ 42 h 240"/>
                <a:gd name="T20" fmla="*/ 135 w 249"/>
                <a:gd name="T21" fmla="*/ 240 h 240"/>
                <a:gd name="T22" fmla="*/ 114 w 249"/>
                <a:gd name="T23" fmla="*/ 240 h 240"/>
                <a:gd name="T24" fmla="*/ 33 w 249"/>
                <a:gd name="T25" fmla="*/ 42 h 240"/>
                <a:gd name="T26" fmla="*/ 33 w 249"/>
                <a:gd name="T27" fmla="*/ 42 h 240"/>
                <a:gd name="T28" fmla="*/ 33 w 249"/>
                <a:gd name="T29" fmla="*/ 240 h 240"/>
                <a:gd name="T30" fmla="*/ 0 w 249"/>
                <a:gd name="T31" fmla="*/ 240 h 240"/>
                <a:gd name="T32" fmla="*/ 0 w 249"/>
                <a:gd name="T33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9" h="240">
                  <a:moveTo>
                    <a:pt x="0" y="0"/>
                  </a:moveTo>
                  <a:lnTo>
                    <a:pt x="49" y="0"/>
                  </a:lnTo>
                  <a:lnTo>
                    <a:pt x="123" y="182"/>
                  </a:lnTo>
                  <a:lnTo>
                    <a:pt x="126" y="182"/>
                  </a:lnTo>
                  <a:lnTo>
                    <a:pt x="200" y="0"/>
                  </a:lnTo>
                  <a:lnTo>
                    <a:pt x="249" y="0"/>
                  </a:lnTo>
                  <a:lnTo>
                    <a:pt x="249" y="240"/>
                  </a:lnTo>
                  <a:lnTo>
                    <a:pt x="216" y="240"/>
                  </a:lnTo>
                  <a:lnTo>
                    <a:pt x="216" y="42"/>
                  </a:lnTo>
                  <a:lnTo>
                    <a:pt x="216" y="42"/>
                  </a:lnTo>
                  <a:lnTo>
                    <a:pt x="135" y="240"/>
                  </a:lnTo>
                  <a:lnTo>
                    <a:pt x="114" y="240"/>
                  </a:lnTo>
                  <a:lnTo>
                    <a:pt x="33" y="42"/>
                  </a:lnTo>
                  <a:lnTo>
                    <a:pt x="33" y="42"/>
                  </a:lnTo>
                  <a:lnTo>
                    <a:pt x="33" y="240"/>
                  </a:lnTo>
                  <a:lnTo>
                    <a:pt x="0" y="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37"/>
            <p:cNvSpPr>
              <a:spLocks noEditPoints="1"/>
            </p:cNvSpPr>
            <p:nvPr userDrawn="1"/>
          </p:nvSpPr>
          <p:spPr bwMode="auto">
            <a:xfrm>
              <a:off x="13263563" y="3175"/>
              <a:ext cx="377825" cy="381000"/>
            </a:xfrm>
            <a:custGeom>
              <a:avLst/>
              <a:gdLst>
                <a:gd name="T0" fmla="*/ 119 w 238"/>
                <a:gd name="T1" fmla="*/ 42 h 240"/>
                <a:gd name="T2" fmla="*/ 72 w 238"/>
                <a:gd name="T3" fmla="*/ 151 h 240"/>
                <a:gd name="T4" fmla="*/ 163 w 238"/>
                <a:gd name="T5" fmla="*/ 151 h 240"/>
                <a:gd name="T6" fmla="*/ 119 w 238"/>
                <a:gd name="T7" fmla="*/ 42 h 240"/>
                <a:gd name="T8" fmla="*/ 119 w 238"/>
                <a:gd name="T9" fmla="*/ 42 h 240"/>
                <a:gd name="T10" fmla="*/ 105 w 238"/>
                <a:gd name="T11" fmla="*/ 0 h 240"/>
                <a:gd name="T12" fmla="*/ 135 w 238"/>
                <a:gd name="T13" fmla="*/ 0 h 240"/>
                <a:gd name="T14" fmla="*/ 238 w 238"/>
                <a:gd name="T15" fmla="*/ 240 h 240"/>
                <a:gd name="T16" fmla="*/ 200 w 238"/>
                <a:gd name="T17" fmla="*/ 240 h 240"/>
                <a:gd name="T18" fmla="*/ 175 w 238"/>
                <a:gd name="T19" fmla="*/ 179 h 240"/>
                <a:gd name="T20" fmla="*/ 61 w 238"/>
                <a:gd name="T21" fmla="*/ 179 h 240"/>
                <a:gd name="T22" fmla="*/ 37 w 238"/>
                <a:gd name="T23" fmla="*/ 240 h 240"/>
                <a:gd name="T24" fmla="*/ 0 w 238"/>
                <a:gd name="T25" fmla="*/ 240 h 240"/>
                <a:gd name="T26" fmla="*/ 105 w 238"/>
                <a:gd name="T27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8" h="240">
                  <a:moveTo>
                    <a:pt x="119" y="42"/>
                  </a:moveTo>
                  <a:lnTo>
                    <a:pt x="72" y="151"/>
                  </a:lnTo>
                  <a:lnTo>
                    <a:pt x="163" y="151"/>
                  </a:lnTo>
                  <a:lnTo>
                    <a:pt x="119" y="42"/>
                  </a:lnTo>
                  <a:lnTo>
                    <a:pt x="119" y="42"/>
                  </a:lnTo>
                  <a:close/>
                  <a:moveTo>
                    <a:pt x="105" y="0"/>
                  </a:moveTo>
                  <a:lnTo>
                    <a:pt x="135" y="0"/>
                  </a:lnTo>
                  <a:lnTo>
                    <a:pt x="238" y="240"/>
                  </a:lnTo>
                  <a:lnTo>
                    <a:pt x="200" y="240"/>
                  </a:lnTo>
                  <a:lnTo>
                    <a:pt x="175" y="179"/>
                  </a:lnTo>
                  <a:lnTo>
                    <a:pt x="61" y="179"/>
                  </a:lnTo>
                  <a:lnTo>
                    <a:pt x="37" y="240"/>
                  </a:lnTo>
                  <a:lnTo>
                    <a:pt x="0" y="240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38"/>
            <p:cNvSpPr>
              <a:spLocks noEditPoints="1"/>
            </p:cNvSpPr>
            <p:nvPr userDrawn="1"/>
          </p:nvSpPr>
          <p:spPr bwMode="auto">
            <a:xfrm>
              <a:off x="13681075" y="3175"/>
              <a:ext cx="269875" cy="381000"/>
            </a:xfrm>
            <a:custGeom>
              <a:avLst/>
              <a:gdLst>
                <a:gd name="T0" fmla="*/ 33 w 170"/>
                <a:gd name="T1" fmla="*/ 28 h 240"/>
                <a:gd name="T2" fmla="*/ 33 w 170"/>
                <a:gd name="T3" fmla="*/ 105 h 240"/>
                <a:gd name="T4" fmla="*/ 75 w 170"/>
                <a:gd name="T5" fmla="*/ 105 h 240"/>
                <a:gd name="T6" fmla="*/ 91 w 170"/>
                <a:gd name="T7" fmla="*/ 105 h 240"/>
                <a:gd name="T8" fmla="*/ 105 w 170"/>
                <a:gd name="T9" fmla="*/ 100 h 240"/>
                <a:gd name="T10" fmla="*/ 117 w 170"/>
                <a:gd name="T11" fmla="*/ 96 h 240"/>
                <a:gd name="T12" fmla="*/ 124 w 170"/>
                <a:gd name="T13" fmla="*/ 84 h 240"/>
                <a:gd name="T14" fmla="*/ 126 w 170"/>
                <a:gd name="T15" fmla="*/ 68 h 240"/>
                <a:gd name="T16" fmla="*/ 124 w 170"/>
                <a:gd name="T17" fmla="*/ 51 h 240"/>
                <a:gd name="T18" fmla="*/ 117 w 170"/>
                <a:gd name="T19" fmla="*/ 40 h 240"/>
                <a:gd name="T20" fmla="*/ 105 w 170"/>
                <a:gd name="T21" fmla="*/ 33 h 240"/>
                <a:gd name="T22" fmla="*/ 91 w 170"/>
                <a:gd name="T23" fmla="*/ 30 h 240"/>
                <a:gd name="T24" fmla="*/ 75 w 170"/>
                <a:gd name="T25" fmla="*/ 28 h 240"/>
                <a:gd name="T26" fmla="*/ 33 w 170"/>
                <a:gd name="T27" fmla="*/ 28 h 240"/>
                <a:gd name="T28" fmla="*/ 0 w 170"/>
                <a:gd name="T29" fmla="*/ 0 h 240"/>
                <a:gd name="T30" fmla="*/ 84 w 170"/>
                <a:gd name="T31" fmla="*/ 0 h 240"/>
                <a:gd name="T32" fmla="*/ 112 w 170"/>
                <a:gd name="T33" fmla="*/ 2 h 240"/>
                <a:gd name="T34" fmla="*/ 131 w 170"/>
                <a:gd name="T35" fmla="*/ 12 h 240"/>
                <a:gd name="T36" fmla="*/ 145 w 170"/>
                <a:gd name="T37" fmla="*/ 23 h 240"/>
                <a:gd name="T38" fmla="*/ 154 w 170"/>
                <a:gd name="T39" fmla="*/ 37 h 240"/>
                <a:gd name="T40" fmla="*/ 158 w 170"/>
                <a:gd name="T41" fmla="*/ 51 h 240"/>
                <a:gd name="T42" fmla="*/ 161 w 170"/>
                <a:gd name="T43" fmla="*/ 68 h 240"/>
                <a:gd name="T44" fmla="*/ 156 w 170"/>
                <a:gd name="T45" fmla="*/ 89 h 240"/>
                <a:gd name="T46" fmla="*/ 145 w 170"/>
                <a:gd name="T47" fmla="*/ 109 h 240"/>
                <a:gd name="T48" fmla="*/ 126 w 170"/>
                <a:gd name="T49" fmla="*/ 123 h 240"/>
                <a:gd name="T50" fmla="*/ 103 w 170"/>
                <a:gd name="T51" fmla="*/ 130 h 240"/>
                <a:gd name="T52" fmla="*/ 170 w 170"/>
                <a:gd name="T53" fmla="*/ 240 h 240"/>
                <a:gd name="T54" fmla="*/ 128 w 170"/>
                <a:gd name="T55" fmla="*/ 240 h 240"/>
                <a:gd name="T56" fmla="*/ 68 w 170"/>
                <a:gd name="T57" fmla="*/ 133 h 240"/>
                <a:gd name="T58" fmla="*/ 33 w 170"/>
                <a:gd name="T59" fmla="*/ 133 h 240"/>
                <a:gd name="T60" fmla="*/ 33 w 170"/>
                <a:gd name="T61" fmla="*/ 240 h 240"/>
                <a:gd name="T62" fmla="*/ 0 w 170"/>
                <a:gd name="T63" fmla="*/ 240 h 240"/>
                <a:gd name="T64" fmla="*/ 0 w 170"/>
                <a:gd name="T65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0" h="240">
                  <a:moveTo>
                    <a:pt x="33" y="28"/>
                  </a:moveTo>
                  <a:lnTo>
                    <a:pt x="33" y="105"/>
                  </a:lnTo>
                  <a:lnTo>
                    <a:pt x="75" y="105"/>
                  </a:lnTo>
                  <a:lnTo>
                    <a:pt x="91" y="105"/>
                  </a:lnTo>
                  <a:lnTo>
                    <a:pt x="105" y="100"/>
                  </a:lnTo>
                  <a:lnTo>
                    <a:pt x="117" y="96"/>
                  </a:lnTo>
                  <a:lnTo>
                    <a:pt x="124" y="84"/>
                  </a:lnTo>
                  <a:lnTo>
                    <a:pt x="126" y="68"/>
                  </a:lnTo>
                  <a:lnTo>
                    <a:pt x="124" y="51"/>
                  </a:lnTo>
                  <a:lnTo>
                    <a:pt x="117" y="40"/>
                  </a:lnTo>
                  <a:lnTo>
                    <a:pt x="105" y="33"/>
                  </a:lnTo>
                  <a:lnTo>
                    <a:pt x="91" y="30"/>
                  </a:lnTo>
                  <a:lnTo>
                    <a:pt x="75" y="28"/>
                  </a:lnTo>
                  <a:lnTo>
                    <a:pt x="33" y="28"/>
                  </a:lnTo>
                  <a:close/>
                  <a:moveTo>
                    <a:pt x="0" y="0"/>
                  </a:moveTo>
                  <a:lnTo>
                    <a:pt x="84" y="0"/>
                  </a:lnTo>
                  <a:lnTo>
                    <a:pt x="112" y="2"/>
                  </a:lnTo>
                  <a:lnTo>
                    <a:pt x="131" y="12"/>
                  </a:lnTo>
                  <a:lnTo>
                    <a:pt x="145" y="23"/>
                  </a:lnTo>
                  <a:lnTo>
                    <a:pt x="154" y="37"/>
                  </a:lnTo>
                  <a:lnTo>
                    <a:pt x="158" y="51"/>
                  </a:lnTo>
                  <a:lnTo>
                    <a:pt x="161" y="68"/>
                  </a:lnTo>
                  <a:lnTo>
                    <a:pt x="156" y="89"/>
                  </a:lnTo>
                  <a:lnTo>
                    <a:pt x="145" y="109"/>
                  </a:lnTo>
                  <a:lnTo>
                    <a:pt x="126" y="123"/>
                  </a:lnTo>
                  <a:lnTo>
                    <a:pt x="103" y="130"/>
                  </a:lnTo>
                  <a:lnTo>
                    <a:pt x="170" y="240"/>
                  </a:lnTo>
                  <a:lnTo>
                    <a:pt x="128" y="240"/>
                  </a:lnTo>
                  <a:lnTo>
                    <a:pt x="68" y="133"/>
                  </a:lnTo>
                  <a:lnTo>
                    <a:pt x="33" y="133"/>
                  </a:lnTo>
                  <a:lnTo>
                    <a:pt x="33" y="240"/>
                  </a:lnTo>
                  <a:lnTo>
                    <a:pt x="0" y="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39"/>
            <p:cNvSpPr>
              <a:spLocks/>
            </p:cNvSpPr>
            <p:nvPr userDrawn="1"/>
          </p:nvSpPr>
          <p:spPr bwMode="auto">
            <a:xfrm>
              <a:off x="13958888" y="3175"/>
              <a:ext cx="295275" cy="381000"/>
            </a:xfrm>
            <a:custGeom>
              <a:avLst/>
              <a:gdLst>
                <a:gd name="T0" fmla="*/ 0 w 186"/>
                <a:gd name="T1" fmla="*/ 0 h 240"/>
                <a:gd name="T2" fmla="*/ 186 w 186"/>
                <a:gd name="T3" fmla="*/ 0 h 240"/>
                <a:gd name="T4" fmla="*/ 186 w 186"/>
                <a:gd name="T5" fmla="*/ 30 h 240"/>
                <a:gd name="T6" fmla="*/ 109 w 186"/>
                <a:gd name="T7" fmla="*/ 30 h 240"/>
                <a:gd name="T8" fmla="*/ 109 w 186"/>
                <a:gd name="T9" fmla="*/ 240 h 240"/>
                <a:gd name="T10" fmla="*/ 77 w 186"/>
                <a:gd name="T11" fmla="*/ 240 h 240"/>
                <a:gd name="T12" fmla="*/ 77 w 186"/>
                <a:gd name="T13" fmla="*/ 30 h 240"/>
                <a:gd name="T14" fmla="*/ 0 w 186"/>
                <a:gd name="T15" fmla="*/ 30 h 240"/>
                <a:gd name="T16" fmla="*/ 0 w 186"/>
                <a:gd name="T17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6" h="240">
                  <a:moveTo>
                    <a:pt x="0" y="0"/>
                  </a:moveTo>
                  <a:lnTo>
                    <a:pt x="186" y="0"/>
                  </a:lnTo>
                  <a:lnTo>
                    <a:pt x="186" y="30"/>
                  </a:lnTo>
                  <a:lnTo>
                    <a:pt x="109" y="30"/>
                  </a:lnTo>
                  <a:lnTo>
                    <a:pt x="109" y="240"/>
                  </a:lnTo>
                  <a:lnTo>
                    <a:pt x="77" y="240"/>
                  </a:lnTo>
                  <a:lnTo>
                    <a:pt x="77" y="30"/>
                  </a:lnTo>
                  <a:lnTo>
                    <a:pt x="0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40"/>
            <p:cNvSpPr>
              <a:spLocks/>
            </p:cNvSpPr>
            <p:nvPr userDrawn="1"/>
          </p:nvSpPr>
          <p:spPr bwMode="auto">
            <a:xfrm>
              <a:off x="14298613" y="3175"/>
              <a:ext cx="254000" cy="381000"/>
            </a:xfrm>
            <a:custGeom>
              <a:avLst/>
              <a:gdLst>
                <a:gd name="T0" fmla="*/ 0 w 160"/>
                <a:gd name="T1" fmla="*/ 0 h 240"/>
                <a:gd name="T2" fmla="*/ 156 w 160"/>
                <a:gd name="T3" fmla="*/ 0 h 240"/>
                <a:gd name="T4" fmla="*/ 156 w 160"/>
                <a:gd name="T5" fmla="*/ 30 h 240"/>
                <a:gd name="T6" fmla="*/ 32 w 160"/>
                <a:gd name="T7" fmla="*/ 30 h 240"/>
                <a:gd name="T8" fmla="*/ 32 w 160"/>
                <a:gd name="T9" fmla="*/ 102 h 240"/>
                <a:gd name="T10" fmla="*/ 146 w 160"/>
                <a:gd name="T11" fmla="*/ 102 h 240"/>
                <a:gd name="T12" fmla="*/ 146 w 160"/>
                <a:gd name="T13" fmla="*/ 133 h 240"/>
                <a:gd name="T14" fmla="*/ 32 w 160"/>
                <a:gd name="T15" fmla="*/ 133 h 240"/>
                <a:gd name="T16" fmla="*/ 32 w 160"/>
                <a:gd name="T17" fmla="*/ 210 h 240"/>
                <a:gd name="T18" fmla="*/ 160 w 160"/>
                <a:gd name="T19" fmla="*/ 210 h 240"/>
                <a:gd name="T20" fmla="*/ 160 w 160"/>
                <a:gd name="T21" fmla="*/ 240 h 240"/>
                <a:gd name="T22" fmla="*/ 0 w 160"/>
                <a:gd name="T23" fmla="*/ 240 h 240"/>
                <a:gd name="T24" fmla="*/ 0 w 160"/>
                <a:gd name="T25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0" h="240">
                  <a:moveTo>
                    <a:pt x="0" y="0"/>
                  </a:moveTo>
                  <a:lnTo>
                    <a:pt x="156" y="0"/>
                  </a:lnTo>
                  <a:lnTo>
                    <a:pt x="156" y="30"/>
                  </a:lnTo>
                  <a:lnTo>
                    <a:pt x="32" y="30"/>
                  </a:lnTo>
                  <a:lnTo>
                    <a:pt x="32" y="102"/>
                  </a:lnTo>
                  <a:lnTo>
                    <a:pt x="146" y="102"/>
                  </a:lnTo>
                  <a:lnTo>
                    <a:pt x="146" y="133"/>
                  </a:lnTo>
                  <a:lnTo>
                    <a:pt x="32" y="133"/>
                  </a:lnTo>
                  <a:lnTo>
                    <a:pt x="32" y="210"/>
                  </a:lnTo>
                  <a:lnTo>
                    <a:pt x="160" y="210"/>
                  </a:lnTo>
                  <a:lnTo>
                    <a:pt x="160" y="240"/>
                  </a:lnTo>
                  <a:lnTo>
                    <a:pt x="0" y="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41"/>
            <p:cNvSpPr>
              <a:spLocks noEditPoints="1"/>
            </p:cNvSpPr>
            <p:nvPr userDrawn="1"/>
          </p:nvSpPr>
          <p:spPr bwMode="auto">
            <a:xfrm>
              <a:off x="14619288" y="3175"/>
              <a:ext cx="269875" cy="381000"/>
            </a:xfrm>
            <a:custGeom>
              <a:avLst/>
              <a:gdLst>
                <a:gd name="T0" fmla="*/ 33 w 170"/>
                <a:gd name="T1" fmla="*/ 28 h 240"/>
                <a:gd name="T2" fmla="*/ 33 w 170"/>
                <a:gd name="T3" fmla="*/ 105 h 240"/>
                <a:gd name="T4" fmla="*/ 75 w 170"/>
                <a:gd name="T5" fmla="*/ 105 h 240"/>
                <a:gd name="T6" fmla="*/ 89 w 170"/>
                <a:gd name="T7" fmla="*/ 105 h 240"/>
                <a:gd name="T8" fmla="*/ 103 w 170"/>
                <a:gd name="T9" fmla="*/ 100 h 240"/>
                <a:gd name="T10" fmla="*/ 114 w 170"/>
                <a:gd name="T11" fmla="*/ 96 h 240"/>
                <a:gd name="T12" fmla="*/ 124 w 170"/>
                <a:gd name="T13" fmla="*/ 84 h 240"/>
                <a:gd name="T14" fmla="*/ 126 w 170"/>
                <a:gd name="T15" fmla="*/ 68 h 240"/>
                <a:gd name="T16" fmla="*/ 124 w 170"/>
                <a:gd name="T17" fmla="*/ 51 h 240"/>
                <a:gd name="T18" fmla="*/ 114 w 170"/>
                <a:gd name="T19" fmla="*/ 40 h 240"/>
                <a:gd name="T20" fmla="*/ 103 w 170"/>
                <a:gd name="T21" fmla="*/ 33 h 240"/>
                <a:gd name="T22" fmla="*/ 89 w 170"/>
                <a:gd name="T23" fmla="*/ 30 h 240"/>
                <a:gd name="T24" fmla="*/ 75 w 170"/>
                <a:gd name="T25" fmla="*/ 28 h 240"/>
                <a:gd name="T26" fmla="*/ 33 w 170"/>
                <a:gd name="T27" fmla="*/ 28 h 240"/>
                <a:gd name="T28" fmla="*/ 0 w 170"/>
                <a:gd name="T29" fmla="*/ 0 h 240"/>
                <a:gd name="T30" fmla="*/ 84 w 170"/>
                <a:gd name="T31" fmla="*/ 0 h 240"/>
                <a:gd name="T32" fmla="*/ 110 w 170"/>
                <a:gd name="T33" fmla="*/ 2 h 240"/>
                <a:gd name="T34" fmla="*/ 131 w 170"/>
                <a:gd name="T35" fmla="*/ 12 h 240"/>
                <a:gd name="T36" fmla="*/ 145 w 170"/>
                <a:gd name="T37" fmla="*/ 23 h 240"/>
                <a:gd name="T38" fmla="*/ 154 w 170"/>
                <a:gd name="T39" fmla="*/ 37 h 240"/>
                <a:gd name="T40" fmla="*/ 159 w 170"/>
                <a:gd name="T41" fmla="*/ 51 h 240"/>
                <a:gd name="T42" fmla="*/ 161 w 170"/>
                <a:gd name="T43" fmla="*/ 68 h 240"/>
                <a:gd name="T44" fmla="*/ 156 w 170"/>
                <a:gd name="T45" fmla="*/ 89 h 240"/>
                <a:gd name="T46" fmla="*/ 145 w 170"/>
                <a:gd name="T47" fmla="*/ 109 h 240"/>
                <a:gd name="T48" fmla="*/ 126 w 170"/>
                <a:gd name="T49" fmla="*/ 123 h 240"/>
                <a:gd name="T50" fmla="*/ 100 w 170"/>
                <a:gd name="T51" fmla="*/ 130 h 240"/>
                <a:gd name="T52" fmla="*/ 170 w 170"/>
                <a:gd name="T53" fmla="*/ 240 h 240"/>
                <a:gd name="T54" fmla="*/ 128 w 170"/>
                <a:gd name="T55" fmla="*/ 240 h 240"/>
                <a:gd name="T56" fmla="*/ 68 w 170"/>
                <a:gd name="T57" fmla="*/ 133 h 240"/>
                <a:gd name="T58" fmla="*/ 33 w 170"/>
                <a:gd name="T59" fmla="*/ 133 h 240"/>
                <a:gd name="T60" fmla="*/ 33 w 170"/>
                <a:gd name="T61" fmla="*/ 240 h 240"/>
                <a:gd name="T62" fmla="*/ 0 w 170"/>
                <a:gd name="T63" fmla="*/ 240 h 240"/>
                <a:gd name="T64" fmla="*/ 0 w 170"/>
                <a:gd name="T65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0" h="240">
                  <a:moveTo>
                    <a:pt x="33" y="28"/>
                  </a:moveTo>
                  <a:lnTo>
                    <a:pt x="33" y="105"/>
                  </a:lnTo>
                  <a:lnTo>
                    <a:pt x="75" y="105"/>
                  </a:lnTo>
                  <a:lnTo>
                    <a:pt x="89" y="105"/>
                  </a:lnTo>
                  <a:lnTo>
                    <a:pt x="103" y="100"/>
                  </a:lnTo>
                  <a:lnTo>
                    <a:pt x="114" y="96"/>
                  </a:lnTo>
                  <a:lnTo>
                    <a:pt x="124" y="84"/>
                  </a:lnTo>
                  <a:lnTo>
                    <a:pt x="126" y="68"/>
                  </a:lnTo>
                  <a:lnTo>
                    <a:pt x="124" y="51"/>
                  </a:lnTo>
                  <a:lnTo>
                    <a:pt x="114" y="40"/>
                  </a:lnTo>
                  <a:lnTo>
                    <a:pt x="103" y="33"/>
                  </a:lnTo>
                  <a:lnTo>
                    <a:pt x="89" y="30"/>
                  </a:lnTo>
                  <a:lnTo>
                    <a:pt x="75" y="28"/>
                  </a:lnTo>
                  <a:lnTo>
                    <a:pt x="33" y="28"/>
                  </a:lnTo>
                  <a:close/>
                  <a:moveTo>
                    <a:pt x="0" y="0"/>
                  </a:moveTo>
                  <a:lnTo>
                    <a:pt x="84" y="0"/>
                  </a:lnTo>
                  <a:lnTo>
                    <a:pt x="110" y="2"/>
                  </a:lnTo>
                  <a:lnTo>
                    <a:pt x="131" y="12"/>
                  </a:lnTo>
                  <a:lnTo>
                    <a:pt x="145" y="23"/>
                  </a:lnTo>
                  <a:lnTo>
                    <a:pt x="154" y="37"/>
                  </a:lnTo>
                  <a:lnTo>
                    <a:pt x="159" y="51"/>
                  </a:lnTo>
                  <a:lnTo>
                    <a:pt x="161" y="68"/>
                  </a:lnTo>
                  <a:lnTo>
                    <a:pt x="156" y="89"/>
                  </a:lnTo>
                  <a:lnTo>
                    <a:pt x="145" y="109"/>
                  </a:lnTo>
                  <a:lnTo>
                    <a:pt x="126" y="123"/>
                  </a:lnTo>
                  <a:lnTo>
                    <a:pt x="100" y="130"/>
                  </a:lnTo>
                  <a:lnTo>
                    <a:pt x="170" y="240"/>
                  </a:lnTo>
                  <a:lnTo>
                    <a:pt x="128" y="240"/>
                  </a:lnTo>
                  <a:lnTo>
                    <a:pt x="68" y="133"/>
                  </a:lnTo>
                  <a:lnTo>
                    <a:pt x="33" y="133"/>
                  </a:lnTo>
                  <a:lnTo>
                    <a:pt x="33" y="240"/>
                  </a:lnTo>
                  <a:lnTo>
                    <a:pt x="0" y="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42"/>
            <p:cNvSpPr>
              <a:spLocks/>
            </p:cNvSpPr>
            <p:nvPr userDrawn="1"/>
          </p:nvSpPr>
          <p:spPr bwMode="auto">
            <a:xfrm>
              <a:off x="15030450" y="3175"/>
              <a:ext cx="512763" cy="381000"/>
            </a:xfrm>
            <a:custGeom>
              <a:avLst/>
              <a:gdLst>
                <a:gd name="T0" fmla="*/ 0 w 323"/>
                <a:gd name="T1" fmla="*/ 0 h 240"/>
                <a:gd name="T2" fmla="*/ 35 w 323"/>
                <a:gd name="T3" fmla="*/ 0 h 240"/>
                <a:gd name="T4" fmla="*/ 86 w 323"/>
                <a:gd name="T5" fmla="*/ 191 h 240"/>
                <a:gd name="T6" fmla="*/ 86 w 323"/>
                <a:gd name="T7" fmla="*/ 191 h 240"/>
                <a:gd name="T8" fmla="*/ 144 w 323"/>
                <a:gd name="T9" fmla="*/ 0 h 240"/>
                <a:gd name="T10" fmla="*/ 181 w 323"/>
                <a:gd name="T11" fmla="*/ 0 h 240"/>
                <a:gd name="T12" fmla="*/ 237 w 323"/>
                <a:gd name="T13" fmla="*/ 191 h 240"/>
                <a:gd name="T14" fmla="*/ 237 w 323"/>
                <a:gd name="T15" fmla="*/ 191 h 240"/>
                <a:gd name="T16" fmla="*/ 291 w 323"/>
                <a:gd name="T17" fmla="*/ 0 h 240"/>
                <a:gd name="T18" fmla="*/ 323 w 323"/>
                <a:gd name="T19" fmla="*/ 0 h 240"/>
                <a:gd name="T20" fmla="*/ 253 w 323"/>
                <a:gd name="T21" fmla="*/ 240 h 240"/>
                <a:gd name="T22" fmla="*/ 221 w 323"/>
                <a:gd name="T23" fmla="*/ 240 h 240"/>
                <a:gd name="T24" fmla="*/ 163 w 323"/>
                <a:gd name="T25" fmla="*/ 44 h 240"/>
                <a:gd name="T26" fmla="*/ 160 w 323"/>
                <a:gd name="T27" fmla="*/ 44 h 240"/>
                <a:gd name="T28" fmla="*/ 104 w 323"/>
                <a:gd name="T29" fmla="*/ 240 h 240"/>
                <a:gd name="T30" fmla="*/ 69 w 323"/>
                <a:gd name="T31" fmla="*/ 240 h 240"/>
                <a:gd name="T32" fmla="*/ 0 w 323"/>
                <a:gd name="T33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3" h="240">
                  <a:moveTo>
                    <a:pt x="0" y="0"/>
                  </a:moveTo>
                  <a:lnTo>
                    <a:pt x="35" y="0"/>
                  </a:lnTo>
                  <a:lnTo>
                    <a:pt x="86" y="191"/>
                  </a:lnTo>
                  <a:lnTo>
                    <a:pt x="86" y="191"/>
                  </a:lnTo>
                  <a:lnTo>
                    <a:pt x="144" y="0"/>
                  </a:lnTo>
                  <a:lnTo>
                    <a:pt x="181" y="0"/>
                  </a:lnTo>
                  <a:lnTo>
                    <a:pt x="237" y="191"/>
                  </a:lnTo>
                  <a:lnTo>
                    <a:pt x="237" y="191"/>
                  </a:lnTo>
                  <a:lnTo>
                    <a:pt x="291" y="0"/>
                  </a:lnTo>
                  <a:lnTo>
                    <a:pt x="323" y="0"/>
                  </a:lnTo>
                  <a:lnTo>
                    <a:pt x="253" y="240"/>
                  </a:lnTo>
                  <a:lnTo>
                    <a:pt x="221" y="240"/>
                  </a:lnTo>
                  <a:lnTo>
                    <a:pt x="163" y="44"/>
                  </a:lnTo>
                  <a:lnTo>
                    <a:pt x="160" y="44"/>
                  </a:lnTo>
                  <a:lnTo>
                    <a:pt x="104" y="240"/>
                  </a:lnTo>
                  <a:lnTo>
                    <a:pt x="69" y="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43"/>
            <p:cNvSpPr>
              <a:spLocks noEditPoints="1"/>
            </p:cNvSpPr>
            <p:nvPr userDrawn="1"/>
          </p:nvSpPr>
          <p:spPr bwMode="auto">
            <a:xfrm>
              <a:off x="15562263" y="-7938"/>
              <a:ext cx="395288" cy="400050"/>
            </a:xfrm>
            <a:custGeom>
              <a:avLst/>
              <a:gdLst>
                <a:gd name="T0" fmla="*/ 123 w 249"/>
                <a:gd name="T1" fmla="*/ 33 h 252"/>
                <a:gd name="T2" fmla="*/ 93 w 249"/>
                <a:gd name="T3" fmla="*/ 37 h 252"/>
                <a:gd name="T4" fmla="*/ 70 w 249"/>
                <a:gd name="T5" fmla="*/ 49 h 252"/>
                <a:gd name="T6" fmla="*/ 51 w 249"/>
                <a:gd name="T7" fmla="*/ 70 h 252"/>
                <a:gd name="T8" fmla="*/ 37 w 249"/>
                <a:gd name="T9" fmla="*/ 98 h 252"/>
                <a:gd name="T10" fmla="*/ 35 w 249"/>
                <a:gd name="T11" fmla="*/ 126 h 252"/>
                <a:gd name="T12" fmla="*/ 37 w 249"/>
                <a:gd name="T13" fmla="*/ 156 h 252"/>
                <a:gd name="T14" fmla="*/ 51 w 249"/>
                <a:gd name="T15" fmla="*/ 182 h 252"/>
                <a:gd name="T16" fmla="*/ 70 w 249"/>
                <a:gd name="T17" fmla="*/ 203 h 252"/>
                <a:gd name="T18" fmla="*/ 93 w 249"/>
                <a:gd name="T19" fmla="*/ 217 h 252"/>
                <a:gd name="T20" fmla="*/ 123 w 249"/>
                <a:gd name="T21" fmla="*/ 221 h 252"/>
                <a:gd name="T22" fmla="*/ 153 w 249"/>
                <a:gd name="T23" fmla="*/ 217 h 252"/>
                <a:gd name="T24" fmla="*/ 179 w 249"/>
                <a:gd name="T25" fmla="*/ 203 h 252"/>
                <a:gd name="T26" fmla="*/ 198 w 249"/>
                <a:gd name="T27" fmla="*/ 182 h 252"/>
                <a:gd name="T28" fmla="*/ 209 w 249"/>
                <a:gd name="T29" fmla="*/ 156 h 252"/>
                <a:gd name="T30" fmla="*/ 214 w 249"/>
                <a:gd name="T31" fmla="*/ 126 h 252"/>
                <a:gd name="T32" fmla="*/ 209 w 249"/>
                <a:gd name="T33" fmla="*/ 98 h 252"/>
                <a:gd name="T34" fmla="*/ 198 w 249"/>
                <a:gd name="T35" fmla="*/ 70 h 252"/>
                <a:gd name="T36" fmla="*/ 179 w 249"/>
                <a:gd name="T37" fmla="*/ 49 h 252"/>
                <a:gd name="T38" fmla="*/ 153 w 249"/>
                <a:gd name="T39" fmla="*/ 37 h 252"/>
                <a:gd name="T40" fmla="*/ 123 w 249"/>
                <a:gd name="T41" fmla="*/ 33 h 252"/>
                <a:gd name="T42" fmla="*/ 123 w 249"/>
                <a:gd name="T43" fmla="*/ 0 h 252"/>
                <a:gd name="T44" fmla="*/ 165 w 249"/>
                <a:gd name="T45" fmla="*/ 7 h 252"/>
                <a:gd name="T46" fmla="*/ 200 w 249"/>
                <a:gd name="T47" fmla="*/ 26 h 252"/>
                <a:gd name="T48" fmla="*/ 226 w 249"/>
                <a:gd name="T49" fmla="*/ 51 h 252"/>
                <a:gd name="T50" fmla="*/ 242 w 249"/>
                <a:gd name="T51" fmla="*/ 86 h 252"/>
                <a:gd name="T52" fmla="*/ 249 w 249"/>
                <a:gd name="T53" fmla="*/ 126 h 252"/>
                <a:gd name="T54" fmla="*/ 242 w 249"/>
                <a:gd name="T55" fmla="*/ 168 h 252"/>
                <a:gd name="T56" fmla="*/ 226 w 249"/>
                <a:gd name="T57" fmla="*/ 203 h 252"/>
                <a:gd name="T58" fmla="*/ 200 w 249"/>
                <a:gd name="T59" fmla="*/ 228 h 252"/>
                <a:gd name="T60" fmla="*/ 165 w 249"/>
                <a:gd name="T61" fmla="*/ 247 h 252"/>
                <a:gd name="T62" fmla="*/ 123 w 249"/>
                <a:gd name="T63" fmla="*/ 252 h 252"/>
                <a:gd name="T64" fmla="*/ 84 w 249"/>
                <a:gd name="T65" fmla="*/ 247 h 252"/>
                <a:gd name="T66" fmla="*/ 49 w 249"/>
                <a:gd name="T67" fmla="*/ 228 h 252"/>
                <a:gd name="T68" fmla="*/ 23 w 249"/>
                <a:gd name="T69" fmla="*/ 203 h 252"/>
                <a:gd name="T70" fmla="*/ 4 w 249"/>
                <a:gd name="T71" fmla="*/ 168 h 252"/>
                <a:gd name="T72" fmla="*/ 0 w 249"/>
                <a:gd name="T73" fmla="*/ 126 h 252"/>
                <a:gd name="T74" fmla="*/ 4 w 249"/>
                <a:gd name="T75" fmla="*/ 86 h 252"/>
                <a:gd name="T76" fmla="*/ 23 w 249"/>
                <a:gd name="T77" fmla="*/ 51 h 252"/>
                <a:gd name="T78" fmla="*/ 49 w 249"/>
                <a:gd name="T79" fmla="*/ 26 h 252"/>
                <a:gd name="T80" fmla="*/ 84 w 249"/>
                <a:gd name="T81" fmla="*/ 7 h 252"/>
                <a:gd name="T82" fmla="*/ 123 w 249"/>
                <a:gd name="T83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49" h="252">
                  <a:moveTo>
                    <a:pt x="123" y="33"/>
                  </a:moveTo>
                  <a:lnTo>
                    <a:pt x="93" y="37"/>
                  </a:lnTo>
                  <a:lnTo>
                    <a:pt x="70" y="49"/>
                  </a:lnTo>
                  <a:lnTo>
                    <a:pt x="51" y="70"/>
                  </a:lnTo>
                  <a:lnTo>
                    <a:pt x="37" y="98"/>
                  </a:lnTo>
                  <a:lnTo>
                    <a:pt x="35" y="126"/>
                  </a:lnTo>
                  <a:lnTo>
                    <a:pt x="37" y="156"/>
                  </a:lnTo>
                  <a:lnTo>
                    <a:pt x="51" y="182"/>
                  </a:lnTo>
                  <a:lnTo>
                    <a:pt x="70" y="203"/>
                  </a:lnTo>
                  <a:lnTo>
                    <a:pt x="93" y="217"/>
                  </a:lnTo>
                  <a:lnTo>
                    <a:pt x="123" y="221"/>
                  </a:lnTo>
                  <a:lnTo>
                    <a:pt x="153" y="217"/>
                  </a:lnTo>
                  <a:lnTo>
                    <a:pt x="179" y="203"/>
                  </a:lnTo>
                  <a:lnTo>
                    <a:pt x="198" y="182"/>
                  </a:lnTo>
                  <a:lnTo>
                    <a:pt x="209" y="156"/>
                  </a:lnTo>
                  <a:lnTo>
                    <a:pt x="214" y="126"/>
                  </a:lnTo>
                  <a:lnTo>
                    <a:pt x="209" y="98"/>
                  </a:lnTo>
                  <a:lnTo>
                    <a:pt x="198" y="70"/>
                  </a:lnTo>
                  <a:lnTo>
                    <a:pt x="179" y="49"/>
                  </a:lnTo>
                  <a:lnTo>
                    <a:pt x="153" y="37"/>
                  </a:lnTo>
                  <a:lnTo>
                    <a:pt x="123" y="33"/>
                  </a:lnTo>
                  <a:close/>
                  <a:moveTo>
                    <a:pt x="123" y="0"/>
                  </a:moveTo>
                  <a:lnTo>
                    <a:pt x="165" y="7"/>
                  </a:lnTo>
                  <a:lnTo>
                    <a:pt x="200" y="26"/>
                  </a:lnTo>
                  <a:lnTo>
                    <a:pt x="226" y="51"/>
                  </a:lnTo>
                  <a:lnTo>
                    <a:pt x="242" y="86"/>
                  </a:lnTo>
                  <a:lnTo>
                    <a:pt x="249" y="126"/>
                  </a:lnTo>
                  <a:lnTo>
                    <a:pt x="242" y="168"/>
                  </a:lnTo>
                  <a:lnTo>
                    <a:pt x="226" y="203"/>
                  </a:lnTo>
                  <a:lnTo>
                    <a:pt x="200" y="228"/>
                  </a:lnTo>
                  <a:lnTo>
                    <a:pt x="165" y="247"/>
                  </a:lnTo>
                  <a:lnTo>
                    <a:pt x="123" y="252"/>
                  </a:lnTo>
                  <a:lnTo>
                    <a:pt x="84" y="247"/>
                  </a:lnTo>
                  <a:lnTo>
                    <a:pt x="49" y="228"/>
                  </a:lnTo>
                  <a:lnTo>
                    <a:pt x="23" y="203"/>
                  </a:lnTo>
                  <a:lnTo>
                    <a:pt x="4" y="168"/>
                  </a:lnTo>
                  <a:lnTo>
                    <a:pt x="0" y="126"/>
                  </a:lnTo>
                  <a:lnTo>
                    <a:pt x="4" y="86"/>
                  </a:lnTo>
                  <a:lnTo>
                    <a:pt x="23" y="51"/>
                  </a:lnTo>
                  <a:lnTo>
                    <a:pt x="49" y="26"/>
                  </a:lnTo>
                  <a:lnTo>
                    <a:pt x="84" y="7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44"/>
            <p:cNvSpPr>
              <a:spLocks noEditPoints="1"/>
            </p:cNvSpPr>
            <p:nvPr userDrawn="1"/>
          </p:nvSpPr>
          <p:spPr bwMode="auto">
            <a:xfrm>
              <a:off x="16024225" y="3175"/>
              <a:ext cx="269875" cy="381000"/>
            </a:xfrm>
            <a:custGeom>
              <a:avLst/>
              <a:gdLst>
                <a:gd name="T0" fmla="*/ 32 w 170"/>
                <a:gd name="T1" fmla="*/ 28 h 240"/>
                <a:gd name="T2" fmla="*/ 32 w 170"/>
                <a:gd name="T3" fmla="*/ 105 h 240"/>
                <a:gd name="T4" fmla="*/ 74 w 170"/>
                <a:gd name="T5" fmla="*/ 105 h 240"/>
                <a:gd name="T6" fmla="*/ 88 w 170"/>
                <a:gd name="T7" fmla="*/ 105 h 240"/>
                <a:gd name="T8" fmla="*/ 102 w 170"/>
                <a:gd name="T9" fmla="*/ 100 h 240"/>
                <a:gd name="T10" fmla="*/ 114 w 170"/>
                <a:gd name="T11" fmla="*/ 96 h 240"/>
                <a:gd name="T12" fmla="*/ 123 w 170"/>
                <a:gd name="T13" fmla="*/ 84 h 240"/>
                <a:gd name="T14" fmla="*/ 125 w 170"/>
                <a:gd name="T15" fmla="*/ 68 h 240"/>
                <a:gd name="T16" fmla="*/ 123 w 170"/>
                <a:gd name="T17" fmla="*/ 51 h 240"/>
                <a:gd name="T18" fmla="*/ 114 w 170"/>
                <a:gd name="T19" fmla="*/ 40 h 240"/>
                <a:gd name="T20" fmla="*/ 102 w 170"/>
                <a:gd name="T21" fmla="*/ 33 h 240"/>
                <a:gd name="T22" fmla="*/ 88 w 170"/>
                <a:gd name="T23" fmla="*/ 30 h 240"/>
                <a:gd name="T24" fmla="*/ 74 w 170"/>
                <a:gd name="T25" fmla="*/ 28 h 240"/>
                <a:gd name="T26" fmla="*/ 32 w 170"/>
                <a:gd name="T27" fmla="*/ 28 h 240"/>
                <a:gd name="T28" fmla="*/ 0 w 170"/>
                <a:gd name="T29" fmla="*/ 0 h 240"/>
                <a:gd name="T30" fmla="*/ 83 w 170"/>
                <a:gd name="T31" fmla="*/ 0 h 240"/>
                <a:gd name="T32" fmla="*/ 109 w 170"/>
                <a:gd name="T33" fmla="*/ 2 h 240"/>
                <a:gd name="T34" fmla="*/ 130 w 170"/>
                <a:gd name="T35" fmla="*/ 12 h 240"/>
                <a:gd name="T36" fmla="*/ 144 w 170"/>
                <a:gd name="T37" fmla="*/ 23 h 240"/>
                <a:gd name="T38" fmla="*/ 153 w 170"/>
                <a:gd name="T39" fmla="*/ 37 h 240"/>
                <a:gd name="T40" fmla="*/ 158 w 170"/>
                <a:gd name="T41" fmla="*/ 51 h 240"/>
                <a:gd name="T42" fmla="*/ 160 w 170"/>
                <a:gd name="T43" fmla="*/ 68 h 240"/>
                <a:gd name="T44" fmla="*/ 156 w 170"/>
                <a:gd name="T45" fmla="*/ 89 h 240"/>
                <a:gd name="T46" fmla="*/ 144 w 170"/>
                <a:gd name="T47" fmla="*/ 109 h 240"/>
                <a:gd name="T48" fmla="*/ 125 w 170"/>
                <a:gd name="T49" fmla="*/ 123 h 240"/>
                <a:gd name="T50" fmla="*/ 100 w 170"/>
                <a:gd name="T51" fmla="*/ 130 h 240"/>
                <a:gd name="T52" fmla="*/ 170 w 170"/>
                <a:gd name="T53" fmla="*/ 240 h 240"/>
                <a:gd name="T54" fmla="*/ 128 w 170"/>
                <a:gd name="T55" fmla="*/ 240 h 240"/>
                <a:gd name="T56" fmla="*/ 67 w 170"/>
                <a:gd name="T57" fmla="*/ 133 h 240"/>
                <a:gd name="T58" fmla="*/ 32 w 170"/>
                <a:gd name="T59" fmla="*/ 133 h 240"/>
                <a:gd name="T60" fmla="*/ 32 w 170"/>
                <a:gd name="T61" fmla="*/ 240 h 240"/>
                <a:gd name="T62" fmla="*/ 0 w 170"/>
                <a:gd name="T63" fmla="*/ 240 h 240"/>
                <a:gd name="T64" fmla="*/ 0 w 170"/>
                <a:gd name="T65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0" h="240">
                  <a:moveTo>
                    <a:pt x="32" y="28"/>
                  </a:moveTo>
                  <a:lnTo>
                    <a:pt x="32" y="105"/>
                  </a:lnTo>
                  <a:lnTo>
                    <a:pt x="74" y="105"/>
                  </a:lnTo>
                  <a:lnTo>
                    <a:pt x="88" y="105"/>
                  </a:lnTo>
                  <a:lnTo>
                    <a:pt x="102" y="100"/>
                  </a:lnTo>
                  <a:lnTo>
                    <a:pt x="114" y="96"/>
                  </a:lnTo>
                  <a:lnTo>
                    <a:pt x="123" y="84"/>
                  </a:lnTo>
                  <a:lnTo>
                    <a:pt x="125" y="68"/>
                  </a:lnTo>
                  <a:lnTo>
                    <a:pt x="123" y="51"/>
                  </a:lnTo>
                  <a:lnTo>
                    <a:pt x="114" y="40"/>
                  </a:lnTo>
                  <a:lnTo>
                    <a:pt x="102" y="33"/>
                  </a:lnTo>
                  <a:lnTo>
                    <a:pt x="88" y="30"/>
                  </a:lnTo>
                  <a:lnTo>
                    <a:pt x="74" y="28"/>
                  </a:lnTo>
                  <a:lnTo>
                    <a:pt x="32" y="28"/>
                  </a:lnTo>
                  <a:close/>
                  <a:moveTo>
                    <a:pt x="0" y="0"/>
                  </a:moveTo>
                  <a:lnTo>
                    <a:pt x="83" y="0"/>
                  </a:lnTo>
                  <a:lnTo>
                    <a:pt x="109" y="2"/>
                  </a:lnTo>
                  <a:lnTo>
                    <a:pt x="130" y="12"/>
                  </a:lnTo>
                  <a:lnTo>
                    <a:pt x="144" y="23"/>
                  </a:lnTo>
                  <a:lnTo>
                    <a:pt x="153" y="37"/>
                  </a:lnTo>
                  <a:lnTo>
                    <a:pt x="158" y="51"/>
                  </a:lnTo>
                  <a:lnTo>
                    <a:pt x="160" y="68"/>
                  </a:lnTo>
                  <a:lnTo>
                    <a:pt x="156" y="89"/>
                  </a:lnTo>
                  <a:lnTo>
                    <a:pt x="144" y="109"/>
                  </a:lnTo>
                  <a:lnTo>
                    <a:pt x="125" y="123"/>
                  </a:lnTo>
                  <a:lnTo>
                    <a:pt x="100" y="130"/>
                  </a:lnTo>
                  <a:lnTo>
                    <a:pt x="170" y="240"/>
                  </a:lnTo>
                  <a:lnTo>
                    <a:pt x="128" y="240"/>
                  </a:lnTo>
                  <a:lnTo>
                    <a:pt x="67" y="133"/>
                  </a:lnTo>
                  <a:lnTo>
                    <a:pt x="32" y="133"/>
                  </a:lnTo>
                  <a:lnTo>
                    <a:pt x="32" y="240"/>
                  </a:lnTo>
                  <a:lnTo>
                    <a:pt x="0" y="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45"/>
            <p:cNvSpPr>
              <a:spLocks/>
            </p:cNvSpPr>
            <p:nvPr userDrawn="1"/>
          </p:nvSpPr>
          <p:spPr bwMode="auto">
            <a:xfrm>
              <a:off x="16341725" y="3175"/>
              <a:ext cx="225425" cy="381000"/>
            </a:xfrm>
            <a:custGeom>
              <a:avLst/>
              <a:gdLst>
                <a:gd name="T0" fmla="*/ 0 w 142"/>
                <a:gd name="T1" fmla="*/ 0 h 240"/>
                <a:gd name="T2" fmla="*/ 32 w 142"/>
                <a:gd name="T3" fmla="*/ 0 h 240"/>
                <a:gd name="T4" fmla="*/ 32 w 142"/>
                <a:gd name="T5" fmla="*/ 210 h 240"/>
                <a:gd name="T6" fmla="*/ 142 w 142"/>
                <a:gd name="T7" fmla="*/ 210 h 240"/>
                <a:gd name="T8" fmla="*/ 142 w 142"/>
                <a:gd name="T9" fmla="*/ 240 h 240"/>
                <a:gd name="T10" fmla="*/ 0 w 142"/>
                <a:gd name="T11" fmla="*/ 240 h 240"/>
                <a:gd name="T12" fmla="*/ 0 w 142"/>
                <a:gd name="T13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2" h="240">
                  <a:moveTo>
                    <a:pt x="0" y="0"/>
                  </a:moveTo>
                  <a:lnTo>
                    <a:pt x="32" y="0"/>
                  </a:lnTo>
                  <a:lnTo>
                    <a:pt x="32" y="210"/>
                  </a:lnTo>
                  <a:lnTo>
                    <a:pt x="142" y="210"/>
                  </a:lnTo>
                  <a:lnTo>
                    <a:pt x="142" y="240"/>
                  </a:lnTo>
                  <a:lnTo>
                    <a:pt x="0" y="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46"/>
            <p:cNvSpPr>
              <a:spLocks noEditPoints="1"/>
            </p:cNvSpPr>
            <p:nvPr userDrawn="1"/>
          </p:nvSpPr>
          <p:spPr bwMode="auto">
            <a:xfrm>
              <a:off x="16603663" y="3175"/>
              <a:ext cx="328613" cy="381000"/>
            </a:xfrm>
            <a:custGeom>
              <a:avLst/>
              <a:gdLst>
                <a:gd name="T0" fmla="*/ 33 w 207"/>
                <a:gd name="T1" fmla="*/ 30 h 240"/>
                <a:gd name="T2" fmla="*/ 33 w 207"/>
                <a:gd name="T3" fmla="*/ 210 h 240"/>
                <a:gd name="T4" fmla="*/ 72 w 207"/>
                <a:gd name="T5" fmla="*/ 210 h 240"/>
                <a:gd name="T6" fmla="*/ 105 w 207"/>
                <a:gd name="T7" fmla="*/ 205 h 240"/>
                <a:gd name="T8" fmla="*/ 133 w 207"/>
                <a:gd name="T9" fmla="*/ 193 h 240"/>
                <a:gd name="T10" fmla="*/ 154 w 207"/>
                <a:gd name="T11" fmla="*/ 177 h 240"/>
                <a:gd name="T12" fmla="*/ 168 w 207"/>
                <a:gd name="T13" fmla="*/ 151 h 240"/>
                <a:gd name="T14" fmla="*/ 175 w 207"/>
                <a:gd name="T15" fmla="*/ 119 h 240"/>
                <a:gd name="T16" fmla="*/ 172 w 207"/>
                <a:gd name="T17" fmla="*/ 105 h 240"/>
                <a:gd name="T18" fmla="*/ 170 w 207"/>
                <a:gd name="T19" fmla="*/ 89 h 240"/>
                <a:gd name="T20" fmla="*/ 161 w 207"/>
                <a:gd name="T21" fmla="*/ 72 h 240"/>
                <a:gd name="T22" fmla="*/ 149 w 207"/>
                <a:gd name="T23" fmla="*/ 56 h 240"/>
                <a:gd name="T24" fmla="*/ 133 w 207"/>
                <a:gd name="T25" fmla="*/ 42 h 240"/>
                <a:gd name="T26" fmla="*/ 109 w 207"/>
                <a:gd name="T27" fmla="*/ 35 h 240"/>
                <a:gd name="T28" fmla="*/ 82 w 207"/>
                <a:gd name="T29" fmla="*/ 30 h 240"/>
                <a:gd name="T30" fmla="*/ 33 w 207"/>
                <a:gd name="T31" fmla="*/ 30 h 240"/>
                <a:gd name="T32" fmla="*/ 0 w 207"/>
                <a:gd name="T33" fmla="*/ 0 h 240"/>
                <a:gd name="T34" fmla="*/ 84 w 207"/>
                <a:gd name="T35" fmla="*/ 0 h 240"/>
                <a:gd name="T36" fmla="*/ 121 w 207"/>
                <a:gd name="T37" fmla="*/ 5 h 240"/>
                <a:gd name="T38" fmla="*/ 151 w 207"/>
                <a:gd name="T39" fmla="*/ 16 h 240"/>
                <a:gd name="T40" fmla="*/ 175 w 207"/>
                <a:gd name="T41" fmla="*/ 33 h 240"/>
                <a:gd name="T42" fmla="*/ 191 w 207"/>
                <a:gd name="T43" fmla="*/ 54 h 240"/>
                <a:gd name="T44" fmla="*/ 200 w 207"/>
                <a:gd name="T45" fmla="*/ 77 h 240"/>
                <a:gd name="T46" fmla="*/ 207 w 207"/>
                <a:gd name="T47" fmla="*/ 100 h 240"/>
                <a:gd name="T48" fmla="*/ 207 w 207"/>
                <a:gd name="T49" fmla="*/ 119 h 240"/>
                <a:gd name="T50" fmla="*/ 205 w 207"/>
                <a:gd name="T51" fmla="*/ 149 h 240"/>
                <a:gd name="T52" fmla="*/ 193 w 207"/>
                <a:gd name="T53" fmla="*/ 177 h 240"/>
                <a:gd name="T54" fmla="*/ 175 w 207"/>
                <a:gd name="T55" fmla="*/ 203 h 240"/>
                <a:gd name="T56" fmla="*/ 149 w 207"/>
                <a:gd name="T57" fmla="*/ 221 h 240"/>
                <a:gd name="T58" fmla="*/ 116 w 207"/>
                <a:gd name="T59" fmla="*/ 235 h 240"/>
                <a:gd name="T60" fmla="*/ 77 w 207"/>
                <a:gd name="T61" fmla="*/ 240 h 240"/>
                <a:gd name="T62" fmla="*/ 0 w 207"/>
                <a:gd name="T63" fmla="*/ 240 h 240"/>
                <a:gd name="T64" fmla="*/ 0 w 207"/>
                <a:gd name="T65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7" h="240">
                  <a:moveTo>
                    <a:pt x="33" y="30"/>
                  </a:moveTo>
                  <a:lnTo>
                    <a:pt x="33" y="210"/>
                  </a:lnTo>
                  <a:lnTo>
                    <a:pt x="72" y="210"/>
                  </a:lnTo>
                  <a:lnTo>
                    <a:pt x="105" y="205"/>
                  </a:lnTo>
                  <a:lnTo>
                    <a:pt x="133" y="193"/>
                  </a:lnTo>
                  <a:lnTo>
                    <a:pt x="154" y="177"/>
                  </a:lnTo>
                  <a:lnTo>
                    <a:pt x="168" y="151"/>
                  </a:lnTo>
                  <a:lnTo>
                    <a:pt x="175" y="119"/>
                  </a:lnTo>
                  <a:lnTo>
                    <a:pt x="172" y="105"/>
                  </a:lnTo>
                  <a:lnTo>
                    <a:pt x="170" y="89"/>
                  </a:lnTo>
                  <a:lnTo>
                    <a:pt x="161" y="72"/>
                  </a:lnTo>
                  <a:lnTo>
                    <a:pt x="149" y="56"/>
                  </a:lnTo>
                  <a:lnTo>
                    <a:pt x="133" y="42"/>
                  </a:lnTo>
                  <a:lnTo>
                    <a:pt x="109" y="35"/>
                  </a:lnTo>
                  <a:lnTo>
                    <a:pt x="82" y="30"/>
                  </a:lnTo>
                  <a:lnTo>
                    <a:pt x="33" y="30"/>
                  </a:lnTo>
                  <a:close/>
                  <a:moveTo>
                    <a:pt x="0" y="0"/>
                  </a:moveTo>
                  <a:lnTo>
                    <a:pt x="84" y="0"/>
                  </a:lnTo>
                  <a:lnTo>
                    <a:pt x="121" y="5"/>
                  </a:lnTo>
                  <a:lnTo>
                    <a:pt x="151" y="16"/>
                  </a:lnTo>
                  <a:lnTo>
                    <a:pt x="175" y="33"/>
                  </a:lnTo>
                  <a:lnTo>
                    <a:pt x="191" y="54"/>
                  </a:lnTo>
                  <a:lnTo>
                    <a:pt x="200" y="77"/>
                  </a:lnTo>
                  <a:lnTo>
                    <a:pt x="207" y="100"/>
                  </a:lnTo>
                  <a:lnTo>
                    <a:pt x="207" y="119"/>
                  </a:lnTo>
                  <a:lnTo>
                    <a:pt x="205" y="149"/>
                  </a:lnTo>
                  <a:lnTo>
                    <a:pt x="193" y="177"/>
                  </a:lnTo>
                  <a:lnTo>
                    <a:pt x="175" y="203"/>
                  </a:lnTo>
                  <a:lnTo>
                    <a:pt x="149" y="221"/>
                  </a:lnTo>
                  <a:lnTo>
                    <a:pt x="116" y="235"/>
                  </a:lnTo>
                  <a:lnTo>
                    <a:pt x="77" y="240"/>
                  </a:lnTo>
                  <a:lnTo>
                    <a:pt x="0" y="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55" name="Group 54"/>
            <p:cNvGrpSpPr/>
            <p:nvPr userDrawn="1"/>
          </p:nvGrpSpPr>
          <p:grpSpPr>
            <a:xfrm>
              <a:off x="7003917" y="-481263"/>
              <a:ext cx="2430980" cy="875636"/>
              <a:chOff x="271463" y="2852738"/>
              <a:chExt cx="3190876" cy="1149350"/>
            </a:xfrm>
          </p:grpSpPr>
          <p:sp>
            <p:nvSpPr>
              <p:cNvPr id="56" name="Freeform 6"/>
              <p:cNvSpPr>
                <a:spLocks/>
              </p:cNvSpPr>
              <p:nvPr/>
            </p:nvSpPr>
            <p:spPr bwMode="auto">
              <a:xfrm>
                <a:off x="1577976" y="2852738"/>
                <a:ext cx="609600" cy="1149350"/>
              </a:xfrm>
              <a:custGeom>
                <a:avLst/>
                <a:gdLst>
                  <a:gd name="T0" fmla="*/ 0 w 384"/>
                  <a:gd name="T1" fmla="*/ 0 h 724"/>
                  <a:gd name="T2" fmla="*/ 41 w 384"/>
                  <a:gd name="T3" fmla="*/ 0 h 724"/>
                  <a:gd name="T4" fmla="*/ 192 w 384"/>
                  <a:gd name="T5" fmla="*/ 241 h 724"/>
                  <a:gd name="T6" fmla="*/ 341 w 384"/>
                  <a:gd name="T7" fmla="*/ 0 h 724"/>
                  <a:gd name="T8" fmla="*/ 382 w 384"/>
                  <a:gd name="T9" fmla="*/ 0 h 724"/>
                  <a:gd name="T10" fmla="*/ 382 w 384"/>
                  <a:gd name="T11" fmla="*/ 723 h 724"/>
                  <a:gd name="T12" fmla="*/ 384 w 384"/>
                  <a:gd name="T13" fmla="*/ 724 h 724"/>
                  <a:gd name="T14" fmla="*/ 341 w 384"/>
                  <a:gd name="T15" fmla="*/ 724 h 724"/>
                  <a:gd name="T16" fmla="*/ 192 w 384"/>
                  <a:gd name="T17" fmla="*/ 483 h 724"/>
                  <a:gd name="T18" fmla="*/ 41 w 384"/>
                  <a:gd name="T19" fmla="*/ 724 h 724"/>
                  <a:gd name="T20" fmla="*/ 0 w 384"/>
                  <a:gd name="T21" fmla="*/ 724 h 724"/>
                  <a:gd name="T22" fmla="*/ 0 w 384"/>
                  <a:gd name="T23" fmla="*/ 0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84" h="724">
                    <a:moveTo>
                      <a:pt x="0" y="0"/>
                    </a:moveTo>
                    <a:lnTo>
                      <a:pt x="41" y="0"/>
                    </a:lnTo>
                    <a:lnTo>
                      <a:pt x="192" y="241"/>
                    </a:lnTo>
                    <a:lnTo>
                      <a:pt x="341" y="0"/>
                    </a:lnTo>
                    <a:lnTo>
                      <a:pt x="382" y="0"/>
                    </a:lnTo>
                    <a:lnTo>
                      <a:pt x="382" y="723"/>
                    </a:lnTo>
                    <a:lnTo>
                      <a:pt x="384" y="724"/>
                    </a:lnTo>
                    <a:lnTo>
                      <a:pt x="341" y="724"/>
                    </a:lnTo>
                    <a:lnTo>
                      <a:pt x="192" y="483"/>
                    </a:lnTo>
                    <a:lnTo>
                      <a:pt x="41" y="724"/>
                    </a:lnTo>
                    <a:lnTo>
                      <a:pt x="0" y="7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DB2DB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" name="Freeform 7"/>
              <p:cNvSpPr>
                <a:spLocks/>
              </p:cNvSpPr>
              <p:nvPr/>
            </p:nvSpPr>
            <p:spPr bwMode="auto">
              <a:xfrm>
                <a:off x="1225551" y="2852738"/>
                <a:ext cx="352425" cy="1149350"/>
              </a:xfrm>
              <a:custGeom>
                <a:avLst/>
                <a:gdLst>
                  <a:gd name="T0" fmla="*/ 0 w 222"/>
                  <a:gd name="T1" fmla="*/ 0 h 724"/>
                  <a:gd name="T2" fmla="*/ 222 w 222"/>
                  <a:gd name="T3" fmla="*/ 0 h 724"/>
                  <a:gd name="T4" fmla="*/ 222 w 222"/>
                  <a:gd name="T5" fmla="*/ 724 h 724"/>
                  <a:gd name="T6" fmla="*/ 0 w 222"/>
                  <a:gd name="T7" fmla="*/ 724 h 724"/>
                  <a:gd name="T8" fmla="*/ 222 w 222"/>
                  <a:gd name="T9" fmla="*/ 361 h 724"/>
                  <a:gd name="T10" fmla="*/ 0 w 222"/>
                  <a:gd name="T11" fmla="*/ 0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2" h="724">
                    <a:moveTo>
                      <a:pt x="0" y="0"/>
                    </a:moveTo>
                    <a:lnTo>
                      <a:pt x="222" y="0"/>
                    </a:lnTo>
                    <a:lnTo>
                      <a:pt x="222" y="724"/>
                    </a:lnTo>
                    <a:lnTo>
                      <a:pt x="0" y="724"/>
                    </a:lnTo>
                    <a:lnTo>
                      <a:pt x="222" y="3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5843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" name="Freeform 8"/>
              <p:cNvSpPr>
                <a:spLocks/>
              </p:cNvSpPr>
              <p:nvPr/>
            </p:nvSpPr>
            <p:spPr bwMode="auto">
              <a:xfrm>
                <a:off x="2184401" y="2852738"/>
                <a:ext cx="354013" cy="1149350"/>
              </a:xfrm>
              <a:custGeom>
                <a:avLst/>
                <a:gdLst>
                  <a:gd name="T0" fmla="*/ 0 w 223"/>
                  <a:gd name="T1" fmla="*/ 0 h 724"/>
                  <a:gd name="T2" fmla="*/ 223 w 223"/>
                  <a:gd name="T3" fmla="*/ 0 h 724"/>
                  <a:gd name="T4" fmla="*/ 2 w 223"/>
                  <a:gd name="T5" fmla="*/ 361 h 724"/>
                  <a:gd name="T6" fmla="*/ 223 w 223"/>
                  <a:gd name="T7" fmla="*/ 724 h 724"/>
                  <a:gd name="T8" fmla="*/ 2 w 223"/>
                  <a:gd name="T9" fmla="*/ 724 h 724"/>
                  <a:gd name="T10" fmla="*/ 0 w 223"/>
                  <a:gd name="T11" fmla="*/ 723 h 724"/>
                  <a:gd name="T12" fmla="*/ 0 w 223"/>
                  <a:gd name="T13" fmla="*/ 0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3" h="724">
                    <a:moveTo>
                      <a:pt x="0" y="0"/>
                    </a:moveTo>
                    <a:lnTo>
                      <a:pt x="223" y="0"/>
                    </a:lnTo>
                    <a:lnTo>
                      <a:pt x="2" y="361"/>
                    </a:lnTo>
                    <a:lnTo>
                      <a:pt x="223" y="724"/>
                    </a:lnTo>
                    <a:lnTo>
                      <a:pt x="2" y="724"/>
                    </a:lnTo>
                    <a:lnTo>
                      <a:pt x="0" y="7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3983E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" name="Freeform 9"/>
              <p:cNvSpPr>
                <a:spLocks noEditPoints="1"/>
              </p:cNvSpPr>
              <p:nvPr/>
            </p:nvSpPr>
            <p:spPr bwMode="auto">
              <a:xfrm>
                <a:off x="2187576" y="2852738"/>
                <a:ext cx="1274763" cy="1149350"/>
              </a:xfrm>
              <a:custGeom>
                <a:avLst/>
                <a:gdLst>
                  <a:gd name="T0" fmla="*/ 221 w 803"/>
                  <a:gd name="T1" fmla="*/ 179 h 724"/>
                  <a:gd name="T2" fmla="*/ 221 w 803"/>
                  <a:gd name="T3" fmla="*/ 383 h 724"/>
                  <a:gd name="T4" fmla="*/ 523 w 803"/>
                  <a:gd name="T5" fmla="*/ 383 h 724"/>
                  <a:gd name="T6" fmla="*/ 543 w 803"/>
                  <a:gd name="T7" fmla="*/ 382 h 724"/>
                  <a:gd name="T8" fmla="*/ 560 w 803"/>
                  <a:gd name="T9" fmla="*/ 374 h 724"/>
                  <a:gd name="T10" fmla="*/ 573 w 803"/>
                  <a:gd name="T11" fmla="*/ 361 h 724"/>
                  <a:gd name="T12" fmla="*/ 583 w 803"/>
                  <a:gd name="T13" fmla="*/ 346 h 724"/>
                  <a:gd name="T14" fmla="*/ 589 w 803"/>
                  <a:gd name="T15" fmla="*/ 329 h 724"/>
                  <a:gd name="T16" fmla="*/ 594 w 803"/>
                  <a:gd name="T17" fmla="*/ 310 h 724"/>
                  <a:gd name="T18" fmla="*/ 596 w 803"/>
                  <a:gd name="T19" fmla="*/ 292 h 724"/>
                  <a:gd name="T20" fmla="*/ 596 w 803"/>
                  <a:gd name="T21" fmla="*/ 256 h 724"/>
                  <a:gd name="T22" fmla="*/ 592 w 803"/>
                  <a:gd name="T23" fmla="*/ 233 h 724"/>
                  <a:gd name="T24" fmla="*/ 586 w 803"/>
                  <a:gd name="T25" fmla="*/ 215 h 724"/>
                  <a:gd name="T26" fmla="*/ 574 w 803"/>
                  <a:gd name="T27" fmla="*/ 200 h 724"/>
                  <a:gd name="T28" fmla="*/ 558 w 803"/>
                  <a:gd name="T29" fmla="*/ 188 h 724"/>
                  <a:gd name="T30" fmla="*/ 533 w 803"/>
                  <a:gd name="T31" fmla="*/ 182 h 724"/>
                  <a:gd name="T32" fmla="*/ 504 w 803"/>
                  <a:gd name="T33" fmla="*/ 179 h 724"/>
                  <a:gd name="T34" fmla="*/ 221 w 803"/>
                  <a:gd name="T35" fmla="*/ 179 h 724"/>
                  <a:gd name="T36" fmla="*/ 221 w 803"/>
                  <a:gd name="T37" fmla="*/ 0 h 724"/>
                  <a:gd name="T38" fmla="*/ 540 w 803"/>
                  <a:gd name="T39" fmla="*/ 0 h 724"/>
                  <a:gd name="T40" fmla="*/ 589 w 803"/>
                  <a:gd name="T41" fmla="*/ 2 h 724"/>
                  <a:gd name="T42" fmla="*/ 633 w 803"/>
                  <a:gd name="T43" fmla="*/ 8 h 724"/>
                  <a:gd name="T44" fmla="*/ 670 w 803"/>
                  <a:gd name="T45" fmla="*/ 18 h 724"/>
                  <a:gd name="T46" fmla="*/ 702 w 803"/>
                  <a:gd name="T47" fmla="*/ 33 h 724"/>
                  <a:gd name="T48" fmla="*/ 729 w 803"/>
                  <a:gd name="T49" fmla="*/ 49 h 724"/>
                  <a:gd name="T50" fmla="*/ 750 w 803"/>
                  <a:gd name="T51" fmla="*/ 70 h 724"/>
                  <a:gd name="T52" fmla="*/ 768 w 803"/>
                  <a:gd name="T53" fmla="*/ 93 h 724"/>
                  <a:gd name="T54" fmla="*/ 781 w 803"/>
                  <a:gd name="T55" fmla="*/ 120 h 724"/>
                  <a:gd name="T56" fmla="*/ 791 w 803"/>
                  <a:gd name="T57" fmla="*/ 149 h 724"/>
                  <a:gd name="T58" fmla="*/ 798 w 803"/>
                  <a:gd name="T59" fmla="*/ 180 h 724"/>
                  <a:gd name="T60" fmla="*/ 803 w 803"/>
                  <a:gd name="T61" fmla="*/ 213 h 724"/>
                  <a:gd name="T62" fmla="*/ 803 w 803"/>
                  <a:gd name="T63" fmla="*/ 247 h 724"/>
                  <a:gd name="T64" fmla="*/ 803 w 803"/>
                  <a:gd name="T65" fmla="*/ 333 h 724"/>
                  <a:gd name="T66" fmla="*/ 803 w 803"/>
                  <a:gd name="T67" fmla="*/ 361 h 724"/>
                  <a:gd name="T68" fmla="*/ 798 w 803"/>
                  <a:gd name="T69" fmla="*/ 392 h 724"/>
                  <a:gd name="T70" fmla="*/ 791 w 803"/>
                  <a:gd name="T71" fmla="*/ 421 h 724"/>
                  <a:gd name="T72" fmla="*/ 781 w 803"/>
                  <a:gd name="T73" fmla="*/ 449 h 724"/>
                  <a:gd name="T74" fmla="*/ 768 w 803"/>
                  <a:gd name="T75" fmla="*/ 475 h 724"/>
                  <a:gd name="T76" fmla="*/ 750 w 803"/>
                  <a:gd name="T77" fmla="*/ 500 h 724"/>
                  <a:gd name="T78" fmla="*/ 729 w 803"/>
                  <a:gd name="T79" fmla="*/ 521 h 724"/>
                  <a:gd name="T80" fmla="*/ 704 w 803"/>
                  <a:gd name="T81" fmla="*/ 539 h 724"/>
                  <a:gd name="T82" fmla="*/ 673 w 803"/>
                  <a:gd name="T83" fmla="*/ 552 h 724"/>
                  <a:gd name="T84" fmla="*/ 638 w 803"/>
                  <a:gd name="T85" fmla="*/ 560 h 724"/>
                  <a:gd name="T86" fmla="*/ 597 w 803"/>
                  <a:gd name="T87" fmla="*/ 564 h 724"/>
                  <a:gd name="T88" fmla="*/ 221 w 803"/>
                  <a:gd name="T89" fmla="*/ 564 h 724"/>
                  <a:gd name="T90" fmla="*/ 221 w 803"/>
                  <a:gd name="T91" fmla="*/ 724 h 724"/>
                  <a:gd name="T92" fmla="*/ 221 w 803"/>
                  <a:gd name="T93" fmla="*/ 724 h 724"/>
                  <a:gd name="T94" fmla="*/ 0 w 803"/>
                  <a:gd name="T95" fmla="*/ 361 h 724"/>
                  <a:gd name="T96" fmla="*/ 221 w 803"/>
                  <a:gd name="T97" fmla="*/ 0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803" h="724">
                    <a:moveTo>
                      <a:pt x="221" y="179"/>
                    </a:moveTo>
                    <a:lnTo>
                      <a:pt x="221" y="383"/>
                    </a:lnTo>
                    <a:lnTo>
                      <a:pt x="523" y="383"/>
                    </a:lnTo>
                    <a:lnTo>
                      <a:pt x="543" y="382"/>
                    </a:lnTo>
                    <a:lnTo>
                      <a:pt x="560" y="374"/>
                    </a:lnTo>
                    <a:lnTo>
                      <a:pt x="573" y="361"/>
                    </a:lnTo>
                    <a:lnTo>
                      <a:pt x="583" y="346"/>
                    </a:lnTo>
                    <a:lnTo>
                      <a:pt x="589" y="329"/>
                    </a:lnTo>
                    <a:lnTo>
                      <a:pt x="594" y="310"/>
                    </a:lnTo>
                    <a:lnTo>
                      <a:pt x="596" y="292"/>
                    </a:lnTo>
                    <a:lnTo>
                      <a:pt x="596" y="256"/>
                    </a:lnTo>
                    <a:lnTo>
                      <a:pt x="592" y="233"/>
                    </a:lnTo>
                    <a:lnTo>
                      <a:pt x="586" y="215"/>
                    </a:lnTo>
                    <a:lnTo>
                      <a:pt x="574" y="200"/>
                    </a:lnTo>
                    <a:lnTo>
                      <a:pt x="558" y="188"/>
                    </a:lnTo>
                    <a:lnTo>
                      <a:pt x="533" y="182"/>
                    </a:lnTo>
                    <a:lnTo>
                      <a:pt x="504" y="179"/>
                    </a:lnTo>
                    <a:lnTo>
                      <a:pt x="221" y="179"/>
                    </a:lnTo>
                    <a:close/>
                    <a:moveTo>
                      <a:pt x="221" y="0"/>
                    </a:moveTo>
                    <a:lnTo>
                      <a:pt x="540" y="0"/>
                    </a:lnTo>
                    <a:lnTo>
                      <a:pt x="589" y="2"/>
                    </a:lnTo>
                    <a:lnTo>
                      <a:pt x="633" y="8"/>
                    </a:lnTo>
                    <a:lnTo>
                      <a:pt x="670" y="18"/>
                    </a:lnTo>
                    <a:lnTo>
                      <a:pt x="702" y="33"/>
                    </a:lnTo>
                    <a:lnTo>
                      <a:pt x="729" y="49"/>
                    </a:lnTo>
                    <a:lnTo>
                      <a:pt x="750" y="70"/>
                    </a:lnTo>
                    <a:lnTo>
                      <a:pt x="768" y="93"/>
                    </a:lnTo>
                    <a:lnTo>
                      <a:pt x="781" y="120"/>
                    </a:lnTo>
                    <a:lnTo>
                      <a:pt x="791" y="149"/>
                    </a:lnTo>
                    <a:lnTo>
                      <a:pt x="798" y="180"/>
                    </a:lnTo>
                    <a:lnTo>
                      <a:pt x="803" y="213"/>
                    </a:lnTo>
                    <a:lnTo>
                      <a:pt x="803" y="247"/>
                    </a:lnTo>
                    <a:lnTo>
                      <a:pt x="803" y="333"/>
                    </a:lnTo>
                    <a:lnTo>
                      <a:pt x="803" y="361"/>
                    </a:lnTo>
                    <a:lnTo>
                      <a:pt x="798" y="392"/>
                    </a:lnTo>
                    <a:lnTo>
                      <a:pt x="791" y="421"/>
                    </a:lnTo>
                    <a:lnTo>
                      <a:pt x="781" y="449"/>
                    </a:lnTo>
                    <a:lnTo>
                      <a:pt x="768" y="475"/>
                    </a:lnTo>
                    <a:lnTo>
                      <a:pt x="750" y="500"/>
                    </a:lnTo>
                    <a:lnTo>
                      <a:pt x="729" y="521"/>
                    </a:lnTo>
                    <a:lnTo>
                      <a:pt x="704" y="539"/>
                    </a:lnTo>
                    <a:lnTo>
                      <a:pt x="673" y="552"/>
                    </a:lnTo>
                    <a:lnTo>
                      <a:pt x="638" y="560"/>
                    </a:lnTo>
                    <a:lnTo>
                      <a:pt x="597" y="564"/>
                    </a:lnTo>
                    <a:lnTo>
                      <a:pt x="221" y="564"/>
                    </a:lnTo>
                    <a:lnTo>
                      <a:pt x="221" y="724"/>
                    </a:lnTo>
                    <a:lnTo>
                      <a:pt x="221" y="724"/>
                    </a:lnTo>
                    <a:lnTo>
                      <a:pt x="0" y="361"/>
                    </a:lnTo>
                    <a:lnTo>
                      <a:pt x="221" y="0"/>
                    </a:lnTo>
                    <a:close/>
                  </a:path>
                </a:pathLst>
              </a:custGeom>
              <a:solidFill>
                <a:srgbClr val="C7D22D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" name="Freeform 10"/>
              <p:cNvSpPr>
                <a:spLocks/>
              </p:cNvSpPr>
              <p:nvPr/>
            </p:nvSpPr>
            <p:spPr bwMode="auto">
              <a:xfrm>
                <a:off x="271463" y="2852738"/>
                <a:ext cx="1306513" cy="1149350"/>
              </a:xfrm>
              <a:custGeom>
                <a:avLst/>
                <a:gdLst>
                  <a:gd name="T0" fmla="*/ 0 w 823"/>
                  <a:gd name="T1" fmla="*/ 0 h 724"/>
                  <a:gd name="T2" fmla="*/ 223 w 823"/>
                  <a:gd name="T3" fmla="*/ 0 h 724"/>
                  <a:gd name="T4" fmla="*/ 601 w 823"/>
                  <a:gd name="T5" fmla="*/ 438 h 724"/>
                  <a:gd name="T6" fmla="*/ 601 w 823"/>
                  <a:gd name="T7" fmla="*/ 0 h 724"/>
                  <a:gd name="T8" fmla="*/ 601 w 823"/>
                  <a:gd name="T9" fmla="*/ 0 h 724"/>
                  <a:gd name="T10" fmla="*/ 823 w 823"/>
                  <a:gd name="T11" fmla="*/ 361 h 724"/>
                  <a:gd name="T12" fmla="*/ 601 w 823"/>
                  <a:gd name="T13" fmla="*/ 724 h 724"/>
                  <a:gd name="T14" fmla="*/ 223 w 823"/>
                  <a:gd name="T15" fmla="*/ 287 h 724"/>
                  <a:gd name="T16" fmla="*/ 223 w 823"/>
                  <a:gd name="T17" fmla="*/ 724 h 724"/>
                  <a:gd name="T18" fmla="*/ 0 w 823"/>
                  <a:gd name="T19" fmla="*/ 724 h 724"/>
                  <a:gd name="T20" fmla="*/ 0 w 823"/>
                  <a:gd name="T21" fmla="*/ 0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23" h="724">
                    <a:moveTo>
                      <a:pt x="0" y="0"/>
                    </a:moveTo>
                    <a:lnTo>
                      <a:pt x="223" y="0"/>
                    </a:lnTo>
                    <a:lnTo>
                      <a:pt x="601" y="438"/>
                    </a:lnTo>
                    <a:lnTo>
                      <a:pt x="601" y="0"/>
                    </a:lnTo>
                    <a:lnTo>
                      <a:pt x="601" y="0"/>
                    </a:lnTo>
                    <a:lnTo>
                      <a:pt x="823" y="361"/>
                    </a:lnTo>
                    <a:lnTo>
                      <a:pt x="601" y="724"/>
                    </a:lnTo>
                    <a:lnTo>
                      <a:pt x="223" y="287"/>
                    </a:lnTo>
                    <a:lnTo>
                      <a:pt x="223" y="724"/>
                    </a:lnTo>
                    <a:lnTo>
                      <a:pt x="0" y="7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AD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63" name="Group 62"/>
          <p:cNvGrpSpPr/>
          <p:nvPr userDrawn="1"/>
        </p:nvGrpSpPr>
        <p:grpSpPr>
          <a:xfrm>
            <a:off x="9020799" y="5322674"/>
            <a:ext cx="1878251" cy="1878251"/>
            <a:chOff x="5311127" y="2171639"/>
            <a:chExt cx="1388962" cy="1388962"/>
          </a:xfrm>
        </p:grpSpPr>
        <p:sp>
          <p:nvSpPr>
            <p:cNvPr id="64" name="Donut 67"/>
            <p:cNvSpPr/>
            <p:nvPr/>
          </p:nvSpPr>
          <p:spPr>
            <a:xfrm>
              <a:off x="5311127" y="2171639"/>
              <a:ext cx="1388962" cy="1388962"/>
            </a:xfrm>
            <a:prstGeom prst="donut">
              <a:avLst>
                <a:gd name="adj" fmla="val 614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65" name="Picture 64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666651" y="2548190"/>
              <a:ext cx="677914" cy="645504"/>
            </a:xfrm>
            <a:prstGeom prst="rect">
              <a:avLst/>
            </a:prstGeom>
          </p:spPr>
        </p:pic>
      </p:grpSp>
      <p:grpSp>
        <p:nvGrpSpPr>
          <p:cNvPr id="66" name="Group 65"/>
          <p:cNvGrpSpPr/>
          <p:nvPr userDrawn="1"/>
        </p:nvGrpSpPr>
        <p:grpSpPr>
          <a:xfrm>
            <a:off x="10567023" y="4658619"/>
            <a:ext cx="664054" cy="664055"/>
            <a:chOff x="2208009" y="539609"/>
            <a:chExt cx="1388962" cy="1388962"/>
          </a:xfrm>
        </p:grpSpPr>
        <p:sp>
          <p:nvSpPr>
            <p:cNvPr id="76" name="Donut 70"/>
            <p:cNvSpPr/>
            <p:nvPr/>
          </p:nvSpPr>
          <p:spPr>
            <a:xfrm>
              <a:off x="2208009" y="539609"/>
              <a:ext cx="1388962" cy="1388962"/>
            </a:xfrm>
            <a:prstGeom prst="donut">
              <a:avLst>
                <a:gd name="adj" fmla="val 614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77" name="Picture 76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80637" y="876720"/>
              <a:ext cx="443707" cy="608580"/>
            </a:xfrm>
            <a:prstGeom prst="rect">
              <a:avLst/>
            </a:prstGeom>
          </p:spPr>
        </p:pic>
      </p:grpSp>
      <p:grpSp>
        <p:nvGrpSpPr>
          <p:cNvPr id="78" name="Group 77"/>
          <p:cNvGrpSpPr/>
          <p:nvPr userDrawn="1"/>
        </p:nvGrpSpPr>
        <p:grpSpPr>
          <a:xfrm>
            <a:off x="8498140" y="3738193"/>
            <a:ext cx="986902" cy="986902"/>
            <a:chOff x="5311127" y="2171639"/>
            <a:chExt cx="1388962" cy="1388962"/>
          </a:xfrm>
        </p:grpSpPr>
        <p:sp>
          <p:nvSpPr>
            <p:cNvPr id="79" name="Donut 73"/>
            <p:cNvSpPr/>
            <p:nvPr/>
          </p:nvSpPr>
          <p:spPr>
            <a:xfrm>
              <a:off x="5311127" y="2171639"/>
              <a:ext cx="1388962" cy="1388962"/>
            </a:xfrm>
            <a:prstGeom prst="donut">
              <a:avLst>
                <a:gd name="adj" fmla="val 614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80" name="Picture 79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43763" y="2653940"/>
              <a:ext cx="923690" cy="307896"/>
            </a:xfrm>
            <a:prstGeom prst="rect">
              <a:avLst/>
            </a:prstGeom>
          </p:spPr>
        </p:pic>
      </p:grpSp>
      <p:sp>
        <p:nvSpPr>
          <p:cNvPr id="82" name="TextBox 81"/>
          <p:cNvSpPr txBox="1"/>
          <p:nvPr userDrawn="1"/>
        </p:nvSpPr>
        <p:spPr>
          <a:xfrm>
            <a:off x="803227" y="6420178"/>
            <a:ext cx="3643043" cy="308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900" b="0" i="0" cap="all" baseline="0">
                <a:solidFill>
                  <a:schemeClr val="tx2"/>
                </a:solidFill>
              </a:rPr>
              <a:t>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54578258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 userDrawn="1"/>
        </p:nvGrpSpPr>
        <p:grpSpPr>
          <a:xfrm>
            <a:off x="4112429" y="5917229"/>
            <a:ext cx="817541" cy="817541"/>
            <a:chOff x="7132659" y="5486738"/>
            <a:chExt cx="883581" cy="883581"/>
          </a:xfrm>
        </p:grpSpPr>
        <p:sp>
          <p:nvSpPr>
            <p:cNvPr id="17" name="Donut 73"/>
            <p:cNvSpPr/>
            <p:nvPr userDrawn="1"/>
          </p:nvSpPr>
          <p:spPr>
            <a:xfrm>
              <a:off x="7132659" y="5486738"/>
              <a:ext cx="883581" cy="883581"/>
            </a:xfrm>
            <a:prstGeom prst="donut">
              <a:avLst>
                <a:gd name="adj" fmla="val 6140"/>
              </a:avLst>
            </a:prstGeom>
            <a:solidFill>
              <a:schemeClr val="bg1">
                <a:lumMod val="85000"/>
              </a:schemeClr>
            </a:solidFill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18" name="Picture 1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0622" y="5791200"/>
              <a:ext cx="579503" cy="302229"/>
            </a:xfrm>
            <a:prstGeom prst="rect">
              <a:avLst/>
            </a:prstGeom>
          </p:spPr>
        </p:pic>
      </p:grpSp>
      <p:pic>
        <p:nvPicPr>
          <p:cNvPr id="22" name="Picture 21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7214"/>
          <a:stretch/>
        </p:blipFill>
        <p:spPr>
          <a:xfrm flipH="1">
            <a:off x="0" y="-15240"/>
            <a:ext cx="4863524" cy="6873240"/>
          </a:xfrm>
          <a:prstGeom prst="rect">
            <a:avLst/>
          </a:prstGeom>
        </p:spPr>
      </p:pic>
      <p:sp>
        <p:nvSpPr>
          <p:cNvPr id="44" name="Rectangle 226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521202" y="847324"/>
            <a:ext cx="7029115" cy="6540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3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10"/>
          </p:nvPr>
        </p:nvSpPr>
        <p:spPr>
          <a:xfrm>
            <a:off x="4521200" y="1564008"/>
            <a:ext cx="7029115" cy="4450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onut 67"/>
          <p:cNvSpPr/>
          <p:nvPr/>
        </p:nvSpPr>
        <p:spPr>
          <a:xfrm>
            <a:off x="1084788" y="5229743"/>
            <a:ext cx="1797487" cy="1797487"/>
          </a:xfrm>
          <a:prstGeom prst="donut">
            <a:avLst>
              <a:gd name="adj" fmla="val 614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0" name="Group 9"/>
          <p:cNvGrpSpPr/>
          <p:nvPr userDrawn="1"/>
        </p:nvGrpSpPr>
        <p:grpSpPr>
          <a:xfrm>
            <a:off x="1262374" y="3581400"/>
            <a:ext cx="635500" cy="635501"/>
            <a:chOff x="2208009" y="539609"/>
            <a:chExt cx="1388962" cy="1388962"/>
          </a:xfrm>
        </p:grpSpPr>
        <p:sp>
          <p:nvSpPr>
            <p:cNvPr id="14" name="Donut 70"/>
            <p:cNvSpPr/>
            <p:nvPr/>
          </p:nvSpPr>
          <p:spPr>
            <a:xfrm>
              <a:off x="2208009" y="539609"/>
              <a:ext cx="1388962" cy="1388962"/>
            </a:xfrm>
            <a:prstGeom prst="donut">
              <a:avLst>
                <a:gd name="adj" fmla="val 614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80637" y="876720"/>
              <a:ext cx="443707" cy="608580"/>
            </a:xfrm>
            <a:prstGeom prst="rect">
              <a:avLst/>
            </a:prstGeom>
          </p:spPr>
        </p:pic>
      </p:grpSp>
      <p:sp>
        <p:nvSpPr>
          <p:cNvPr id="11" name="Donut 73"/>
          <p:cNvSpPr/>
          <p:nvPr/>
        </p:nvSpPr>
        <p:spPr>
          <a:xfrm>
            <a:off x="182711" y="4142801"/>
            <a:ext cx="1165142" cy="1165143"/>
          </a:xfrm>
          <a:prstGeom prst="donut">
            <a:avLst>
              <a:gd name="adj" fmla="val 614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159" y="5630440"/>
            <a:ext cx="993751" cy="79968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642" y="4410516"/>
            <a:ext cx="656305" cy="624929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295242" y="1180516"/>
            <a:ext cx="426190" cy="393228"/>
            <a:chOff x="8679637" y="1074771"/>
            <a:chExt cx="553263" cy="510473"/>
          </a:xfrm>
        </p:grpSpPr>
        <p:sp>
          <p:nvSpPr>
            <p:cNvPr id="20" name="Donut 73"/>
            <p:cNvSpPr/>
            <p:nvPr userDrawn="1"/>
          </p:nvSpPr>
          <p:spPr>
            <a:xfrm>
              <a:off x="8694487" y="1074771"/>
              <a:ext cx="510473" cy="510473"/>
            </a:xfrm>
            <a:prstGeom prst="donut">
              <a:avLst>
                <a:gd name="adj" fmla="val 6140"/>
              </a:avLst>
            </a:prstGeom>
            <a:solidFill>
              <a:schemeClr val="bg1">
                <a:lumMod val="85000"/>
              </a:schemeClr>
            </a:solidFill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21" name="Picture 20"/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79637" y="1167968"/>
              <a:ext cx="553263" cy="2885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87293060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226"/>
          <p:cNvSpPr>
            <a:spLocks noGrp="1" noChangeArrowheads="1"/>
          </p:cNvSpPr>
          <p:nvPr>
            <p:ph type="title"/>
          </p:nvPr>
        </p:nvSpPr>
        <p:spPr bwMode="auto">
          <a:xfrm>
            <a:off x="299524" y="280714"/>
            <a:ext cx="11663021" cy="65404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10"/>
          </p:nvPr>
        </p:nvSpPr>
        <p:spPr>
          <a:xfrm>
            <a:off x="299523" y="1019916"/>
            <a:ext cx="11663021" cy="4667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9133332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226"/>
          <p:cNvSpPr>
            <a:spLocks noGrp="1" noChangeArrowheads="1"/>
          </p:cNvSpPr>
          <p:nvPr>
            <p:ph type="title"/>
          </p:nvPr>
        </p:nvSpPr>
        <p:spPr bwMode="auto">
          <a:xfrm>
            <a:off x="299524" y="280714"/>
            <a:ext cx="11663021" cy="65404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7646037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226"/>
          <p:cNvSpPr>
            <a:spLocks noGrp="1" noChangeArrowheads="1"/>
          </p:cNvSpPr>
          <p:nvPr>
            <p:ph type="title"/>
          </p:nvPr>
        </p:nvSpPr>
        <p:spPr bwMode="auto">
          <a:xfrm>
            <a:off x="299524" y="280714"/>
            <a:ext cx="11663021" cy="65404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5" name="Text Placeholder 45"/>
          <p:cNvSpPr>
            <a:spLocks noGrp="1"/>
          </p:cNvSpPr>
          <p:nvPr>
            <p:ph type="body" sz="quarter" idx="10"/>
          </p:nvPr>
        </p:nvSpPr>
        <p:spPr>
          <a:xfrm>
            <a:off x="299522" y="1074188"/>
            <a:ext cx="5847277" cy="4667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5"/>
          <p:cNvSpPr>
            <a:spLocks noGrp="1"/>
          </p:cNvSpPr>
          <p:nvPr>
            <p:ph type="body" sz="quarter" idx="11"/>
          </p:nvPr>
        </p:nvSpPr>
        <p:spPr>
          <a:xfrm>
            <a:off x="6115268" y="1074188"/>
            <a:ext cx="5847277" cy="4667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6121442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226"/>
          <p:cNvSpPr>
            <a:spLocks noGrp="1" noChangeArrowheads="1"/>
          </p:cNvSpPr>
          <p:nvPr>
            <p:ph type="title"/>
          </p:nvPr>
        </p:nvSpPr>
        <p:spPr bwMode="auto">
          <a:xfrm>
            <a:off x="6074413" y="1007745"/>
            <a:ext cx="5847080" cy="6540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10"/>
          </p:nvPr>
        </p:nvSpPr>
        <p:spPr>
          <a:xfrm>
            <a:off x="6074411" y="1724429"/>
            <a:ext cx="5847080" cy="4450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5651500" cy="688340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651500" cy="68580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2462155201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12"/>
          <p:cNvSpPr>
            <a:spLocks noGrp="1"/>
          </p:cNvSpPr>
          <p:nvPr>
            <p:ph type="dt" sz="half" idx="2"/>
          </p:nvPr>
        </p:nvSpPr>
        <p:spPr>
          <a:xfrm>
            <a:off x="692040" y="6303694"/>
            <a:ext cx="1825687" cy="30877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en-US" sz="1300" b="0" i="0" kern="1200" cap="none" baseline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+mn-ea"/>
                <a:cs typeface="+mn-cs"/>
              </a:defRPr>
            </a:lvl1pPr>
          </a:lstStyle>
          <a:p>
            <a:fld id="{3BDFDD5F-E85B-4DA3-A4F9-9CF3C7409943}" type="datetime4">
              <a:rPr lang="en-US" smtClean="0"/>
              <a:pPr/>
              <a:t>October 1, 2026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12192000" cy="6303694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27507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06284179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226"/>
          <p:cNvSpPr>
            <a:spLocks noGrp="1" noChangeArrowheads="1"/>
          </p:cNvSpPr>
          <p:nvPr>
            <p:ph type="title"/>
          </p:nvPr>
        </p:nvSpPr>
        <p:spPr bwMode="auto">
          <a:xfrm>
            <a:off x="299524" y="280714"/>
            <a:ext cx="11663021" cy="65404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342213750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29380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226"/>
          <p:cNvSpPr>
            <a:spLocks noGrp="1" noChangeArrowheads="1"/>
          </p:cNvSpPr>
          <p:nvPr>
            <p:ph type="title"/>
          </p:nvPr>
        </p:nvSpPr>
        <p:spPr bwMode="auto">
          <a:xfrm>
            <a:off x="299524" y="280714"/>
            <a:ext cx="11663021" cy="65404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sz="quarter" idx="10" hasCustomPrompt="1"/>
          </p:nvPr>
        </p:nvSpPr>
        <p:spPr>
          <a:xfrm>
            <a:off x="299524" y="1117600"/>
            <a:ext cx="11663021" cy="4292600"/>
          </a:xfrm>
        </p:spPr>
        <p:txBody>
          <a:bodyPr anchor="ctr"/>
          <a:lstStyle>
            <a:lvl1pPr marL="0" indent="0" algn="ctr">
              <a:buFontTx/>
              <a:buNone/>
              <a:defRPr baseline="0"/>
            </a:lvl1pPr>
          </a:lstStyle>
          <a:p>
            <a:r>
              <a:rPr lang="en-US"/>
              <a:t>Click to Add Table</a:t>
            </a:r>
          </a:p>
        </p:txBody>
      </p:sp>
    </p:spTree>
    <p:extLst>
      <p:ext uri="{BB962C8B-B14F-4D97-AF65-F5344CB8AC3E}">
        <p14:creationId xmlns:p14="http://schemas.microsoft.com/office/powerpoint/2010/main" val="1729550563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4"/>
          <p:cNvSpPr>
            <a:spLocks noGrp="1"/>
          </p:cNvSpPr>
          <p:nvPr>
            <p:ph type="chart" sz="quarter" idx="10" hasCustomPrompt="1"/>
          </p:nvPr>
        </p:nvSpPr>
        <p:spPr>
          <a:xfrm>
            <a:off x="299523" y="1117600"/>
            <a:ext cx="11663021" cy="4292600"/>
          </a:xfrm>
        </p:spPr>
        <p:txBody>
          <a:bodyPr anchor="ctr"/>
          <a:lstStyle>
            <a:lvl1pPr marL="0" indent="0" algn="ctr">
              <a:buFontTx/>
              <a:buNone/>
              <a:defRPr baseline="0"/>
            </a:lvl1pPr>
          </a:lstStyle>
          <a:p>
            <a:r>
              <a:rPr lang="en-US"/>
              <a:t>Click to Add Chart</a:t>
            </a:r>
          </a:p>
        </p:txBody>
      </p:sp>
      <p:sp>
        <p:nvSpPr>
          <p:cNvPr id="44" name="Rectangle 226"/>
          <p:cNvSpPr>
            <a:spLocks noGrp="1" noChangeArrowheads="1"/>
          </p:cNvSpPr>
          <p:nvPr>
            <p:ph type="title"/>
          </p:nvPr>
        </p:nvSpPr>
        <p:spPr bwMode="auto">
          <a:xfrm>
            <a:off x="299524" y="280714"/>
            <a:ext cx="11663021" cy="65404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324807268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184" y="-1"/>
            <a:ext cx="12198184" cy="6261099"/>
          </a:xfrm>
          <a:prstGeom prst="rect">
            <a:avLst/>
          </a:prstGeom>
        </p:spPr>
      </p:pic>
      <p:sp>
        <p:nvSpPr>
          <p:cNvPr id="15" name="Shape 1151"/>
          <p:cNvSpPr/>
          <p:nvPr userDrawn="1"/>
        </p:nvSpPr>
        <p:spPr>
          <a:xfrm>
            <a:off x="0" y="0"/>
            <a:ext cx="12192000" cy="626109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48900">
                <a:srgbClr val="3A4A9C">
                  <a:alpha val="36000"/>
                </a:srgbClr>
              </a:gs>
              <a:gs pos="100000">
                <a:srgbClr val="3A7BD5">
                  <a:alpha val="26000"/>
                </a:srgbClr>
              </a:gs>
            </a:gsLst>
            <a:lin ang="189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>
              <a:solidFill>
                <a:srgbClr val="FFFFFF"/>
              </a:solidFill>
            </a:endParaRP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756028" y="-160421"/>
            <a:ext cx="4033025" cy="2502568"/>
            <a:chOff x="926431" y="-131511"/>
            <a:chExt cx="3715273" cy="2305397"/>
          </a:xfrm>
        </p:grpSpPr>
        <p:grpSp>
          <p:nvGrpSpPr>
            <p:cNvPr id="21" name="Group 20"/>
            <p:cNvGrpSpPr/>
            <p:nvPr userDrawn="1"/>
          </p:nvGrpSpPr>
          <p:grpSpPr>
            <a:xfrm>
              <a:off x="926431" y="295635"/>
              <a:ext cx="1878251" cy="1878251"/>
              <a:chOff x="5311127" y="2171639"/>
              <a:chExt cx="1388962" cy="1388962"/>
            </a:xfrm>
          </p:grpSpPr>
          <p:sp>
            <p:nvSpPr>
              <p:cNvPr id="28" name="Donut 27"/>
              <p:cNvSpPr/>
              <p:nvPr/>
            </p:nvSpPr>
            <p:spPr>
              <a:xfrm>
                <a:off x="5311127" y="2171639"/>
                <a:ext cx="1388962" cy="1388962"/>
              </a:xfrm>
              <a:prstGeom prst="donut">
                <a:avLst>
                  <a:gd name="adj" fmla="val 614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pic>
            <p:nvPicPr>
              <p:cNvPr id="29" name="Picture 28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666651" y="2548190"/>
                <a:ext cx="677914" cy="645504"/>
              </a:xfrm>
              <a:prstGeom prst="rect">
                <a:avLst/>
              </a:prstGeom>
            </p:spPr>
          </p:pic>
        </p:grpSp>
        <p:grpSp>
          <p:nvGrpSpPr>
            <p:cNvPr id="22" name="Group 21"/>
            <p:cNvGrpSpPr/>
            <p:nvPr userDrawn="1"/>
          </p:nvGrpSpPr>
          <p:grpSpPr>
            <a:xfrm>
              <a:off x="4064888" y="657726"/>
              <a:ext cx="576816" cy="576817"/>
              <a:chOff x="2208009" y="539609"/>
              <a:chExt cx="1388962" cy="1388962"/>
            </a:xfrm>
          </p:grpSpPr>
          <p:sp>
            <p:nvSpPr>
              <p:cNvPr id="26" name="Donut 25"/>
              <p:cNvSpPr/>
              <p:nvPr/>
            </p:nvSpPr>
            <p:spPr>
              <a:xfrm>
                <a:off x="2208009" y="539609"/>
                <a:ext cx="1388962" cy="1388962"/>
              </a:xfrm>
              <a:prstGeom prst="donut">
                <a:avLst>
                  <a:gd name="adj" fmla="val 614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pic>
            <p:nvPicPr>
              <p:cNvPr id="27" name="Picture 26"/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80637" y="876720"/>
                <a:ext cx="443707" cy="608580"/>
              </a:xfrm>
              <a:prstGeom prst="rect">
                <a:avLst/>
              </a:prstGeom>
            </p:spPr>
          </p:pic>
        </p:grpSp>
        <p:grpSp>
          <p:nvGrpSpPr>
            <p:cNvPr id="23" name="Group 22"/>
            <p:cNvGrpSpPr/>
            <p:nvPr userDrawn="1"/>
          </p:nvGrpSpPr>
          <p:grpSpPr>
            <a:xfrm>
              <a:off x="2852808" y="-131511"/>
              <a:ext cx="986902" cy="986902"/>
              <a:chOff x="5311127" y="2171639"/>
              <a:chExt cx="1388962" cy="1388962"/>
            </a:xfrm>
          </p:grpSpPr>
          <p:sp>
            <p:nvSpPr>
              <p:cNvPr id="24" name="Donut 23"/>
              <p:cNvSpPr/>
              <p:nvPr/>
            </p:nvSpPr>
            <p:spPr>
              <a:xfrm>
                <a:off x="5311127" y="2171639"/>
                <a:ext cx="1388962" cy="1388962"/>
              </a:xfrm>
              <a:prstGeom prst="donut">
                <a:avLst>
                  <a:gd name="adj" fmla="val 614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pic>
            <p:nvPicPr>
              <p:cNvPr id="25" name="Picture 24"/>
              <p:cNvPicPr>
                <a:picLocks noChangeAspect="1"/>
              </p:cNvPicPr>
              <p:nvPr userDrawn="1"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543763" y="2653940"/>
                <a:ext cx="923690" cy="307896"/>
              </a:xfrm>
              <a:prstGeom prst="rect">
                <a:avLst/>
              </a:prstGeom>
            </p:spPr>
          </p:pic>
        </p:grpSp>
      </p:grpSp>
      <p:sp>
        <p:nvSpPr>
          <p:cNvPr id="30" name="Rectangle 226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911011" y="4389152"/>
            <a:ext cx="9958919" cy="65404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lang="en-US" sz="4800" b="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911225" y="5051425"/>
            <a:ext cx="9958388" cy="777875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FontTx/>
              <a:buNone/>
              <a:defRPr lang="en-US" sz="14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233363" indent="0">
              <a:buFontTx/>
              <a:buNone/>
              <a:defRPr lang="en-US" sz="14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401638" indent="0">
              <a:buFontTx/>
              <a:buNone/>
              <a:defRPr lang="en-US" sz="14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569912" indent="0">
              <a:buFontTx/>
              <a:buNone/>
              <a:defRPr lang="en-US" sz="14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746125" indent="0">
              <a:buFontTx/>
              <a:buNone/>
              <a:defRPr lang="en-US" sz="1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 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lorem. In </a:t>
            </a:r>
            <a:r>
              <a:rPr lang="en-US" err="1"/>
              <a:t>porttitor</a:t>
            </a:r>
            <a:r>
              <a:rPr lang="en-US"/>
              <a:t>.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dui </a:t>
            </a:r>
            <a:r>
              <a:rPr lang="en-US" err="1"/>
              <a:t>purus</a:t>
            </a:r>
            <a:r>
              <a:rPr lang="en-US"/>
              <a:t>, </a:t>
            </a:r>
            <a:r>
              <a:rPr lang="en-US" err="1"/>
              <a:t>scelerisque</a:t>
            </a:r>
            <a:r>
              <a:rPr lang="en-US"/>
              <a:t> at, </a:t>
            </a:r>
            <a:r>
              <a:rPr lang="en-US" err="1"/>
              <a:t>vulputate</a:t>
            </a:r>
            <a:r>
              <a:rPr lang="en-US"/>
              <a:t> vitae,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, </a:t>
            </a:r>
          </a:p>
          <a:p>
            <a:pPr lvl="0"/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911011" y="2644775"/>
            <a:ext cx="1966912" cy="1736725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0000" b="1" kern="1200" dirty="0">
                <a:solidFill>
                  <a:srgbClr val="FFFFFF"/>
                </a:solidFill>
                <a:latin typeface="+mj-lt"/>
                <a:ea typeface="Helvetica Neue"/>
                <a:cs typeface="Helvetica Neue"/>
                <a:sym typeface="Helvetica Neue"/>
              </a:defRPr>
            </a:lvl1pPr>
            <a:lvl2pPr marL="233363" indent="0">
              <a:buFontTx/>
              <a:buNone/>
              <a:defRPr>
                <a:solidFill>
                  <a:schemeClr val="bg1"/>
                </a:solidFill>
              </a:defRPr>
            </a:lvl2pPr>
            <a:lvl3pPr marL="401638" indent="0">
              <a:buFontTx/>
              <a:buNone/>
              <a:defRPr>
                <a:solidFill>
                  <a:schemeClr val="bg1"/>
                </a:solidFill>
              </a:defRPr>
            </a:lvl3pPr>
            <a:lvl4pPr marL="569912" indent="0">
              <a:buFontTx/>
              <a:buNone/>
              <a:defRPr>
                <a:solidFill>
                  <a:schemeClr val="bg1"/>
                </a:solidFill>
              </a:defRPr>
            </a:lvl4pPr>
            <a:lvl5pPr marL="746125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01.</a:t>
            </a:r>
          </a:p>
        </p:txBody>
      </p:sp>
    </p:spTree>
    <p:extLst>
      <p:ext uri="{BB962C8B-B14F-4D97-AF65-F5344CB8AC3E}">
        <p14:creationId xmlns:p14="http://schemas.microsoft.com/office/powerpoint/2010/main" val="1283375241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226"/>
          <p:cNvSpPr>
            <a:spLocks noGrp="1" noChangeArrowheads="1"/>
          </p:cNvSpPr>
          <p:nvPr>
            <p:ph type="title"/>
          </p:nvPr>
        </p:nvSpPr>
        <p:spPr bwMode="auto">
          <a:xfrm>
            <a:off x="5994402" y="276225"/>
            <a:ext cx="5968143" cy="6540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Title Goes Here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10"/>
          </p:nvPr>
        </p:nvSpPr>
        <p:spPr>
          <a:xfrm>
            <a:off x="5994400" y="1290089"/>
            <a:ext cx="5968143" cy="4450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2"/>
          <p:cNvSpPr>
            <a:spLocks noGrp="1"/>
          </p:cNvSpPr>
          <p:nvPr>
            <p:ph type="dt" sz="half" idx="2"/>
          </p:nvPr>
        </p:nvSpPr>
        <p:spPr>
          <a:xfrm>
            <a:off x="692040" y="6303694"/>
            <a:ext cx="1825687" cy="30877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en-US" sz="1300" b="0" i="0" kern="1200" cap="none" baseline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+mn-ea"/>
                <a:cs typeface="+mn-cs"/>
              </a:defRPr>
            </a:lvl1pPr>
          </a:lstStyle>
          <a:p>
            <a:fld id="{3BDFDD5F-E85B-4DA3-A4F9-9CF3C7409943}" type="datetime4">
              <a:rPr lang="en-US" smtClean="0"/>
              <a:pPr/>
              <a:t>October 1, 2026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5651500" cy="688340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651500" cy="68580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34790714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an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4A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Rectangle 226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092202" y="1650999"/>
            <a:ext cx="10198098" cy="334010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74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9423400" y="5836800"/>
            <a:ext cx="2768600" cy="8544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>
                  <a:shade val="67500"/>
                  <a:satMod val="115000"/>
                  <a:alpha val="0"/>
                </a:schemeClr>
              </a:gs>
              <a:gs pos="67000">
                <a:schemeClr val="bg2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10747576" y="6083300"/>
            <a:ext cx="1124512" cy="405048"/>
            <a:chOff x="271463" y="2852738"/>
            <a:chExt cx="3190876" cy="1149350"/>
          </a:xfrm>
        </p:grpSpPr>
        <p:sp>
          <p:nvSpPr>
            <p:cNvPr id="9" name="Freeform 6"/>
            <p:cNvSpPr>
              <a:spLocks/>
            </p:cNvSpPr>
            <p:nvPr/>
          </p:nvSpPr>
          <p:spPr bwMode="auto">
            <a:xfrm>
              <a:off x="1577976" y="2852738"/>
              <a:ext cx="609600" cy="1149350"/>
            </a:xfrm>
            <a:custGeom>
              <a:avLst/>
              <a:gdLst>
                <a:gd name="T0" fmla="*/ 0 w 384"/>
                <a:gd name="T1" fmla="*/ 0 h 724"/>
                <a:gd name="T2" fmla="*/ 41 w 384"/>
                <a:gd name="T3" fmla="*/ 0 h 724"/>
                <a:gd name="T4" fmla="*/ 192 w 384"/>
                <a:gd name="T5" fmla="*/ 241 h 724"/>
                <a:gd name="T6" fmla="*/ 341 w 384"/>
                <a:gd name="T7" fmla="*/ 0 h 724"/>
                <a:gd name="T8" fmla="*/ 382 w 384"/>
                <a:gd name="T9" fmla="*/ 0 h 724"/>
                <a:gd name="T10" fmla="*/ 382 w 384"/>
                <a:gd name="T11" fmla="*/ 723 h 724"/>
                <a:gd name="T12" fmla="*/ 384 w 384"/>
                <a:gd name="T13" fmla="*/ 724 h 724"/>
                <a:gd name="T14" fmla="*/ 341 w 384"/>
                <a:gd name="T15" fmla="*/ 724 h 724"/>
                <a:gd name="T16" fmla="*/ 192 w 384"/>
                <a:gd name="T17" fmla="*/ 483 h 724"/>
                <a:gd name="T18" fmla="*/ 41 w 384"/>
                <a:gd name="T19" fmla="*/ 724 h 724"/>
                <a:gd name="T20" fmla="*/ 0 w 384"/>
                <a:gd name="T21" fmla="*/ 724 h 724"/>
                <a:gd name="T22" fmla="*/ 0 w 384"/>
                <a:gd name="T2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84" h="724">
                  <a:moveTo>
                    <a:pt x="0" y="0"/>
                  </a:moveTo>
                  <a:lnTo>
                    <a:pt x="41" y="0"/>
                  </a:lnTo>
                  <a:lnTo>
                    <a:pt x="192" y="241"/>
                  </a:lnTo>
                  <a:lnTo>
                    <a:pt x="341" y="0"/>
                  </a:lnTo>
                  <a:lnTo>
                    <a:pt x="382" y="0"/>
                  </a:lnTo>
                  <a:lnTo>
                    <a:pt x="382" y="723"/>
                  </a:lnTo>
                  <a:lnTo>
                    <a:pt x="384" y="724"/>
                  </a:lnTo>
                  <a:lnTo>
                    <a:pt x="341" y="724"/>
                  </a:lnTo>
                  <a:lnTo>
                    <a:pt x="192" y="483"/>
                  </a:lnTo>
                  <a:lnTo>
                    <a:pt x="41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DB2D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1225551" y="2852738"/>
              <a:ext cx="352425" cy="1149350"/>
            </a:xfrm>
            <a:custGeom>
              <a:avLst/>
              <a:gdLst>
                <a:gd name="T0" fmla="*/ 0 w 222"/>
                <a:gd name="T1" fmla="*/ 0 h 724"/>
                <a:gd name="T2" fmla="*/ 222 w 222"/>
                <a:gd name="T3" fmla="*/ 0 h 724"/>
                <a:gd name="T4" fmla="*/ 222 w 222"/>
                <a:gd name="T5" fmla="*/ 724 h 724"/>
                <a:gd name="T6" fmla="*/ 0 w 222"/>
                <a:gd name="T7" fmla="*/ 724 h 724"/>
                <a:gd name="T8" fmla="*/ 222 w 222"/>
                <a:gd name="T9" fmla="*/ 361 h 724"/>
                <a:gd name="T10" fmla="*/ 0 w 222"/>
                <a:gd name="T1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2" h="724">
                  <a:moveTo>
                    <a:pt x="0" y="0"/>
                  </a:moveTo>
                  <a:lnTo>
                    <a:pt x="222" y="0"/>
                  </a:lnTo>
                  <a:lnTo>
                    <a:pt x="222" y="724"/>
                  </a:lnTo>
                  <a:lnTo>
                    <a:pt x="0" y="724"/>
                  </a:lnTo>
                  <a:lnTo>
                    <a:pt x="222" y="3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5843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2184401" y="2852738"/>
              <a:ext cx="354013" cy="1149350"/>
            </a:xfrm>
            <a:custGeom>
              <a:avLst/>
              <a:gdLst>
                <a:gd name="T0" fmla="*/ 0 w 223"/>
                <a:gd name="T1" fmla="*/ 0 h 724"/>
                <a:gd name="T2" fmla="*/ 223 w 223"/>
                <a:gd name="T3" fmla="*/ 0 h 724"/>
                <a:gd name="T4" fmla="*/ 2 w 223"/>
                <a:gd name="T5" fmla="*/ 361 h 724"/>
                <a:gd name="T6" fmla="*/ 223 w 223"/>
                <a:gd name="T7" fmla="*/ 724 h 724"/>
                <a:gd name="T8" fmla="*/ 2 w 223"/>
                <a:gd name="T9" fmla="*/ 724 h 724"/>
                <a:gd name="T10" fmla="*/ 0 w 223"/>
                <a:gd name="T11" fmla="*/ 723 h 724"/>
                <a:gd name="T12" fmla="*/ 0 w 223"/>
                <a:gd name="T1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3" h="724">
                  <a:moveTo>
                    <a:pt x="0" y="0"/>
                  </a:moveTo>
                  <a:lnTo>
                    <a:pt x="223" y="0"/>
                  </a:lnTo>
                  <a:lnTo>
                    <a:pt x="2" y="361"/>
                  </a:lnTo>
                  <a:lnTo>
                    <a:pt x="223" y="724"/>
                  </a:lnTo>
                  <a:lnTo>
                    <a:pt x="2" y="724"/>
                  </a:lnTo>
                  <a:lnTo>
                    <a:pt x="0" y="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983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2187576" y="2852738"/>
              <a:ext cx="1274763" cy="1149350"/>
            </a:xfrm>
            <a:custGeom>
              <a:avLst/>
              <a:gdLst>
                <a:gd name="T0" fmla="*/ 221 w 803"/>
                <a:gd name="T1" fmla="*/ 179 h 724"/>
                <a:gd name="T2" fmla="*/ 221 w 803"/>
                <a:gd name="T3" fmla="*/ 383 h 724"/>
                <a:gd name="T4" fmla="*/ 523 w 803"/>
                <a:gd name="T5" fmla="*/ 383 h 724"/>
                <a:gd name="T6" fmla="*/ 543 w 803"/>
                <a:gd name="T7" fmla="*/ 382 h 724"/>
                <a:gd name="T8" fmla="*/ 560 w 803"/>
                <a:gd name="T9" fmla="*/ 374 h 724"/>
                <a:gd name="T10" fmla="*/ 573 w 803"/>
                <a:gd name="T11" fmla="*/ 361 h 724"/>
                <a:gd name="T12" fmla="*/ 583 w 803"/>
                <a:gd name="T13" fmla="*/ 346 h 724"/>
                <a:gd name="T14" fmla="*/ 589 w 803"/>
                <a:gd name="T15" fmla="*/ 329 h 724"/>
                <a:gd name="T16" fmla="*/ 594 w 803"/>
                <a:gd name="T17" fmla="*/ 310 h 724"/>
                <a:gd name="T18" fmla="*/ 596 w 803"/>
                <a:gd name="T19" fmla="*/ 292 h 724"/>
                <a:gd name="T20" fmla="*/ 596 w 803"/>
                <a:gd name="T21" fmla="*/ 256 h 724"/>
                <a:gd name="T22" fmla="*/ 592 w 803"/>
                <a:gd name="T23" fmla="*/ 233 h 724"/>
                <a:gd name="T24" fmla="*/ 586 w 803"/>
                <a:gd name="T25" fmla="*/ 215 h 724"/>
                <a:gd name="T26" fmla="*/ 574 w 803"/>
                <a:gd name="T27" fmla="*/ 200 h 724"/>
                <a:gd name="T28" fmla="*/ 558 w 803"/>
                <a:gd name="T29" fmla="*/ 188 h 724"/>
                <a:gd name="T30" fmla="*/ 533 w 803"/>
                <a:gd name="T31" fmla="*/ 182 h 724"/>
                <a:gd name="T32" fmla="*/ 504 w 803"/>
                <a:gd name="T33" fmla="*/ 179 h 724"/>
                <a:gd name="T34" fmla="*/ 221 w 803"/>
                <a:gd name="T35" fmla="*/ 179 h 724"/>
                <a:gd name="T36" fmla="*/ 221 w 803"/>
                <a:gd name="T37" fmla="*/ 0 h 724"/>
                <a:gd name="T38" fmla="*/ 540 w 803"/>
                <a:gd name="T39" fmla="*/ 0 h 724"/>
                <a:gd name="T40" fmla="*/ 589 w 803"/>
                <a:gd name="T41" fmla="*/ 2 h 724"/>
                <a:gd name="T42" fmla="*/ 633 w 803"/>
                <a:gd name="T43" fmla="*/ 8 h 724"/>
                <a:gd name="T44" fmla="*/ 670 w 803"/>
                <a:gd name="T45" fmla="*/ 18 h 724"/>
                <a:gd name="T46" fmla="*/ 702 w 803"/>
                <a:gd name="T47" fmla="*/ 33 h 724"/>
                <a:gd name="T48" fmla="*/ 729 w 803"/>
                <a:gd name="T49" fmla="*/ 49 h 724"/>
                <a:gd name="T50" fmla="*/ 750 w 803"/>
                <a:gd name="T51" fmla="*/ 70 h 724"/>
                <a:gd name="T52" fmla="*/ 768 w 803"/>
                <a:gd name="T53" fmla="*/ 93 h 724"/>
                <a:gd name="T54" fmla="*/ 781 w 803"/>
                <a:gd name="T55" fmla="*/ 120 h 724"/>
                <a:gd name="T56" fmla="*/ 791 w 803"/>
                <a:gd name="T57" fmla="*/ 149 h 724"/>
                <a:gd name="T58" fmla="*/ 798 w 803"/>
                <a:gd name="T59" fmla="*/ 180 h 724"/>
                <a:gd name="T60" fmla="*/ 803 w 803"/>
                <a:gd name="T61" fmla="*/ 213 h 724"/>
                <a:gd name="T62" fmla="*/ 803 w 803"/>
                <a:gd name="T63" fmla="*/ 247 h 724"/>
                <a:gd name="T64" fmla="*/ 803 w 803"/>
                <a:gd name="T65" fmla="*/ 333 h 724"/>
                <a:gd name="T66" fmla="*/ 803 w 803"/>
                <a:gd name="T67" fmla="*/ 361 h 724"/>
                <a:gd name="T68" fmla="*/ 798 w 803"/>
                <a:gd name="T69" fmla="*/ 392 h 724"/>
                <a:gd name="T70" fmla="*/ 791 w 803"/>
                <a:gd name="T71" fmla="*/ 421 h 724"/>
                <a:gd name="T72" fmla="*/ 781 w 803"/>
                <a:gd name="T73" fmla="*/ 449 h 724"/>
                <a:gd name="T74" fmla="*/ 768 w 803"/>
                <a:gd name="T75" fmla="*/ 475 h 724"/>
                <a:gd name="T76" fmla="*/ 750 w 803"/>
                <a:gd name="T77" fmla="*/ 500 h 724"/>
                <a:gd name="T78" fmla="*/ 729 w 803"/>
                <a:gd name="T79" fmla="*/ 521 h 724"/>
                <a:gd name="T80" fmla="*/ 704 w 803"/>
                <a:gd name="T81" fmla="*/ 539 h 724"/>
                <a:gd name="T82" fmla="*/ 673 w 803"/>
                <a:gd name="T83" fmla="*/ 552 h 724"/>
                <a:gd name="T84" fmla="*/ 638 w 803"/>
                <a:gd name="T85" fmla="*/ 560 h 724"/>
                <a:gd name="T86" fmla="*/ 597 w 803"/>
                <a:gd name="T87" fmla="*/ 564 h 724"/>
                <a:gd name="T88" fmla="*/ 221 w 803"/>
                <a:gd name="T89" fmla="*/ 564 h 724"/>
                <a:gd name="T90" fmla="*/ 221 w 803"/>
                <a:gd name="T91" fmla="*/ 724 h 724"/>
                <a:gd name="T92" fmla="*/ 221 w 803"/>
                <a:gd name="T93" fmla="*/ 724 h 724"/>
                <a:gd name="T94" fmla="*/ 0 w 803"/>
                <a:gd name="T95" fmla="*/ 361 h 724"/>
                <a:gd name="T96" fmla="*/ 221 w 803"/>
                <a:gd name="T97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03" h="724">
                  <a:moveTo>
                    <a:pt x="221" y="179"/>
                  </a:moveTo>
                  <a:lnTo>
                    <a:pt x="221" y="383"/>
                  </a:lnTo>
                  <a:lnTo>
                    <a:pt x="523" y="383"/>
                  </a:lnTo>
                  <a:lnTo>
                    <a:pt x="543" y="382"/>
                  </a:lnTo>
                  <a:lnTo>
                    <a:pt x="560" y="374"/>
                  </a:lnTo>
                  <a:lnTo>
                    <a:pt x="573" y="361"/>
                  </a:lnTo>
                  <a:lnTo>
                    <a:pt x="583" y="346"/>
                  </a:lnTo>
                  <a:lnTo>
                    <a:pt x="589" y="329"/>
                  </a:lnTo>
                  <a:lnTo>
                    <a:pt x="594" y="310"/>
                  </a:lnTo>
                  <a:lnTo>
                    <a:pt x="596" y="292"/>
                  </a:lnTo>
                  <a:lnTo>
                    <a:pt x="596" y="256"/>
                  </a:lnTo>
                  <a:lnTo>
                    <a:pt x="592" y="233"/>
                  </a:lnTo>
                  <a:lnTo>
                    <a:pt x="586" y="215"/>
                  </a:lnTo>
                  <a:lnTo>
                    <a:pt x="574" y="200"/>
                  </a:lnTo>
                  <a:lnTo>
                    <a:pt x="558" y="188"/>
                  </a:lnTo>
                  <a:lnTo>
                    <a:pt x="533" y="182"/>
                  </a:lnTo>
                  <a:lnTo>
                    <a:pt x="504" y="179"/>
                  </a:lnTo>
                  <a:lnTo>
                    <a:pt x="221" y="179"/>
                  </a:lnTo>
                  <a:close/>
                  <a:moveTo>
                    <a:pt x="221" y="0"/>
                  </a:moveTo>
                  <a:lnTo>
                    <a:pt x="540" y="0"/>
                  </a:lnTo>
                  <a:lnTo>
                    <a:pt x="589" y="2"/>
                  </a:lnTo>
                  <a:lnTo>
                    <a:pt x="633" y="8"/>
                  </a:lnTo>
                  <a:lnTo>
                    <a:pt x="670" y="18"/>
                  </a:lnTo>
                  <a:lnTo>
                    <a:pt x="702" y="33"/>
                  </a:lnTo>
                  <a:lnTo>
                    <a:pt x="729" y="49"/>
                  </a:lnTo>
                  <a:lnTo>
                    <a:pt x="750" y="70"/>
                  </a:lnTo>
                  <a:lnTo>
                    <a:pt x="768" y="93"/>
                  </a:lnTo>
                  <a:lnTo>
                    <a:pt x="781" y="120"/>
                  </a:lnTo>
                  <a:lnTo>
                    <a:pt x="791" y="149"/>
                  </a:lnTo>
                  <a:lnTo>
                    <a:pt x="798" y="180"/>
                  </a:lnTo>
                  <a:lnTo>
                    <a:pt x="803" y="213"/>
                  </a:lnTo>
                  <a:lnTo>
                    <a:pt x="803" y="247"/>
                  </a:lnTo>
                  <a:lnTo>
                    <a:pt x="803" y="333"/>
                  </a:lnTo>
                  <a:lnTo>
                    <a:pt x="803" y="361"/>
                  </a:lnTo>
                  <a:lnTo>
                    <a:pt x="798" y="392"/>
                  </a:lnTo>
                  <a:lnTo>
                    <a:pt x="791" y="421"/>
                  </a:lnTo>
                  <a:lnTo>
                    <a:pt x="781" y="449"/>
                  </a:lnTo>
                  <a:lnTo>
                    <a:pt x="768" y="475"/>
                  </a:lnTo>
                  <a:lnTo>
                    <a:pt x="750" y="500"/>
                  </a:lnTo>
                  <a:lnTo>
                    <a:pt x="729" y="521"/>
                  </a:lnTo>
                  <a:lnTo>
                    <a:pt x="704" y="539"/>
                  </a:lnTo>
                  <a:lnTo>
                    <a:pt x="673" y="552"/>
                  </a:lnTo>
                  <a:lnTo>
                    <a:pt x="638" y="560"/>
                  </a:lnTo>
                  <a:lnTo>
                    <a:pt x="597" y="564"/>
                  </a:lnTo>
                  <a:lnTo>
                    <a:pt x="221" y="564"/>
                  </a:lnTo>
                  <a:lnTo>
                    <a:pt x="221" y="724"/>
                  </a:lnTo>
                  <a:lnTo>
                    <a:pt x="221" y="724"/>
                  </a:lnTo>
                  <a:lnTo>
                    <a:pt x="0" y="361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C7D22D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271463" y="2852738"/>
              <a:ext cx="1306513" cy="1149350"/>
            </a:xfrm>
            <a:custGeom>
              <a:avLst/>
              <a:gdLst>
                <a:gd name="T0" fmla="*/ 0 w 823"/>
                <a:gd name="T1" fmla="*/ 0 h 724"/>
                <a:gd name="T2" fmla="*/ 223 w 823"/>
                <a:gd name="T3" fmla="*/ 0 h 724"/>
                <a:gd name="T4" fmla="*/ 601 w 823"/>
                <a:gd name="T5" fmla="*/ 438 h 724"/>
                <a:gd name="T6" fmla="*/ 601 w 823"/>
                <a:gd name="T7" fmla="*/ 0 h 724"/>
                <a:gd name="T8" fmla="*/ 601 w 823"/>
                <a:gd name="T9" fmla="*/ 0 h 724"/>
                <a:gd name="T10" fmla="*/ 823 w 823"/>
                <a:gd name="T11" fmla="*/ 361 h 724"/>
                <a:gd name="T12" fmla="*/ 601 w 823"/>
                <a:gd name="T13" fmla="*/ 724 h 724"/>
                <a:gd name="T14" fmla="*/ 223 w 823"/>
                <a:gd name="T15" fmla="*/ 287 h 724"/>
                <a:gd name="T16" fmla="*/ 223 w 823"/>
                <a:gd name="T17" fmla="*/ 724 h 724"/>
                <a:gd name="T18" fmla="*/ 0 w 823"/>
                <a:gd name="T19" fmla="*/ 724 h 724"/>
                <a:gd name="T20" fmla="*/ 0 w 823"/>
                <a:gd name="T2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23" h="724">
                  <a:moveTo>
                    <a:pt x="0" y="0"/>
                  </a:moveTo>
                  <a:lnTo>
                    <a:pt x="223" y="0"/>
                  </a:lnTo>
                  <a:lnTo>
                    <a:pt x="601" y="438"/>
                  </a:lnTo>
                  <a:lnTo>
                    <a:pt x="601" y="0"/>
                  </a:lnTo>
                  <a:lnTo>
                    <a:pt x="601" y="0"/>
                  </a:lnTo>
                  <a:lnTo>
                    <a:pt x="823" y="361"/>
                  </a:lnTo>
                  <a:lnTo>
                    <a:pt x="601" y="724"/>
                  </a:lnTo>
                  <a:lnTo>
                    <a:pt x="223" y="287"/>
                  </a:lnTo>
                  <a:lnTo>
                    <a:pt x="223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D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8707036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BA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Rectangle 226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092202" y="1650999"/>
            <a:ext cx="10198098" cy="334010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74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9423400" y="5836800"/>
            <a:ext cx="2768600" cy="8544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>
                  <a:shade val="67500"/>
                  <a:satMod val="115000"/>
                  <a:alpha val="0"/>
                </a:schemeClr>
              </a:gs>
              <a:gs pos="67000">
                <a:schemeClr val="bg2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10747576" y="6083300"/>
            <a:ext cx="1124512" cy="405048"/>
            <a:chOff x="271463" y="2852738"/>
            <a:chExt cx="3190876" cy="1149350"/>
          </a:xfrm>
        </p:grpSpPr>
        <p:sp>
          <p:nvSpPr>
            <p:cNvPr id="9" name="Freeform 6"/>
            <p:cNvSpPr>
              <a:spLocks/>
            </p:cNvSpPr>
            <p:nvPr/>
          </p:nvSpPr>
          <p:spPr bwMode="auto">
            <a:xfrm>
              <a:off x="1577976" y="2852738"/>
              <a:ext cx="609600" cy="1149350"/>
            </a:xfrm>
            <a:custGeom>
              <a:avLst/>
              <a:gdLst>
                <a:gd name="T0" fmla="*/ 0 w 384"/>
                <a:gd name="T1" fmla="*/ 0 h 724"/>
                <a:gd name="T2" fmla="*/ 41 w 384"/>
                <a:gd name="T3" fmla="*/ 0 h 724"/>
                <a:gd name="T4" fmla="*/ 192 w 384"/>
                <a:gd name="T5" fmla="*/ 241 h 724"/>
                <a:gd name="T6" fmla="*/ 341 w 384"/>
                <a:gd name="T7" fmla="*/ 0 h 724"/>
                <a:gd name="T8" fmla="*/ 382 w 384"/>
                <a:gd name="T9" fmla="*/ 0 h 724"/>
                <a:gd name="T10" fmla="*/ 382 w 384"/>
                <a:gd name="T11" fmla="*/ 723 h 724"/>
                <a:gd name="T12" fmla="*/ 384 w 384"/>
                <a:gd name="T13" fmla="*/ 724 h 724"/>
                <a:gd name="T14" fmla="*/ 341 w 384"/>
                <a:gd name="T15" fmla="*/ 724 h 724"/>
                <a:gd name="T16" fmla="*/ 192 w 384"/>
                <a:gd name="T17" fmla="*/ 483 h 724"/>
                <a:gd name="T18" fmla="*/ 41 w 384"/>
                <a:gd name="T19" fmla="*/ 724 h 724"/>
                <a:gd name="T20" fmla="*/ 0 w 384"/>
                <a:gd name="T21" fmla="*/ 724 h 724"/>
                <a:gd name="T22" fmla="*/ 0 w 384"/>
                <a:gd name="T2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84" h="724">
                  <a:moveTo>
                    <a:pt x="0" y="0"/>
                  </a:moveTo>
                  <a:lnTo>
                    <a:pt x="41" y="0"/>
                  </a:lnTo>
                  <a:lnTo>
                    <a:pt x="192" y="241"/>
                  </a:lnTo>
                  <a:lnTo>
                    <a:pt x="341" y="0"/>
                  </a:lnTo>
                  <a:lnTo>
                    <a:pt x="382" y="0"/>
                  </a:lnTo>
                  <a:lnTo>
                    <a:pt x="382" y="723"/>
                  </a:lnTo>
                  <a:lnTo>
                    <a:pt x="384" y="724"/>
                  </a:lnTo>
                  <a:lnTo>
                    <a:pt x="341" y="724"/>
                  </a:lnTo>
                  <a:lnTo>
                    <a:pt x="192" y="483"/>
                  </a:lnTo>
                  <a:lnTo>
                    <a:pt x="41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DB2D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1225551" y="2852738"/>
              <a:ext cx="352425" cy="1149350"/>
            </a:xfrm>
            <a:custGeom>
              <a:avLst/>
              <a:gdLst>
                <a:gd name="T0" fmla="*/ 0 w 222"/>
                <a:gd name="T1" fmla="*/ 0 h 724"/>
                <a:gd name="T2" fmla="*/ 222 w 222"/>
                <a:gd name="T3" fmla="*/ 0 h 724"/>
                <a:gd name="T4" fmla="*/ 222 w 222"/>
                <a:gd name="T5" fmla="*/ 724 h 724"/>
                <a:gd name="T6" fmla="*/ 0 w 222"/>
                <a:gd name="T7" fmla="*/ 724 h 724"/>
                <a:gd name="T8" fmla="*/ 222 w 222"/>
                <a:gd name="T9" fmla="*/ 361 h 724"/>
                <a:gd name="T10" fmla="*/ 0 w 222"/>
                <a:gd name="T1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2" h="724">
                  <a:moveTo>
                    <a:pt x="0" y="0"/>
                  </a:moveTo>
                  <a:lnTo>
                    <a:pt x="222" y="0"/>
                  </a:lnTo>
                  <a:lnTo>
                    <a:pt x="222" y="724"/>
                  </a:lnTo>
                  <a:lnTo>
                    <a:pt x="0" y="724"/>
                  </a:lnTo>
                  <a:lnTo>
                    <a:pt x="222" y="3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5843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2184401" y="2852738"/>
              <a:ext cx="354013" cy="1149350"/>
            </a:xfrm>
            <a:custGeom>
              <a:avLst/>
              <a:gdLst>
                <a:gd name="T0" fmla="*/ 0 w 223"/>
                <a:gd name="T1" fmla="*/ 0 h 724"/>
                <a:gd name="T2" fmla="*/ 223 w 223"/>
                <a:gd name="T3" fmla="*/ 0 h 724"/>
                <a:gd name="T4" fmla="*/ 2 w 223"/>
                <a:gd name="T5" fmla="*/ 361 h 724"/>
                <a:gd name="T6" fmla="*/ 223 w 223"/>
                <a:gd name="T7" fmla="*/ 724 h 724"/>
                <a:gd name="T8" fmla="*/ 2 w 223"/>
                <a:gd name="T9" fmla="*/ 724 h 724"/>
                <a:gd name="T10" fmla="*/ 0 w 223"/>
                <a:gd name="T11" fmla="*/ 723 h 724"/>
                <a:gd name="T12" fmla="*/ 0 w 223"/>
                <a:gd name="T1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3" h="724">
                  <a:moveTo>
                    <a:pt x="0" y="0"/>
                  </a:moveTo>
                  <a:lnTo>
                    <a:pt x="223" y="0"/>
                  </a:lnTo>
                  <a:lnTo>
                    <a:pt x="2" y="361"/>
                  </a:lnTo>
                  <a:lnTo>
                    <a:pt x="223" y="724"/>
                  </a:lnTo>
                  <a:lnTo>
                    <a:pt x="2" y="724"/>
                  </a:lnTo>
                  <a:lnTo>
                    <a:pt x="0" y="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983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2187576" y="2852738"/>
              <a:ext cx="1274763" cy="1149350"/>
            </a:xfrm>
            <a:custGeom>
              <a:avLst/>
              <a:gdLst>
                <a:gd name="T0" fmla="*/ 221 w 803"/>
                <a:gd name="T1" fmla="*/ 179 h 724"/>
                <a:gd name="T2" fmla="*/ 221 w 803"/>
                <a:gd name="T3" fmla="*/ 383 h 724"/>
                <a:gd name="T4" fmla="*/ 523 w 803"/>
                <a:gd name="T5" fmla="*/ 383 h 724"/>
                <a:gd name="T6" fmla="*/ 543 w 803"/>
                <a:gd name="T7" fmla="*/ 382 h 724"/>
                <a:gd name="T8" fmla="*/ 560 w 803"/>
                <a:gd name="T9" fmla="*/ 374 h 724"/>
                <a:gd name="T10" fmla="*/ 573 w 803"/>
                <a:gd name="T11" fmla="*/ 361 h 724"/>
                <a:gd name="T12" fmla="*/ 583 w 803"/>
                <a:gd name="T13" fmla="*/ 346 h 724"/>
                <a:gd name="T14" fmla="*/ 589 w 803"/>
                <a:gd name="T15" fmla="*/ 329 h 724"/>
                <a:gd name="T16" fmla="*/ 594 w 803"/>
                <a:gd name="T17" fmla="*/ 310 h 724"/>
                <a:gd name="T18" fmla="*/ 596 w 803"/>
                <a:gd name="T19" fmla="*/ 292 h 724"/>
                <a:gd name="T20" fmla="*/ 596 w 803"/>
                <a:gd name="T21" fmla="*/ 256 h 724"/>
                <a:gd name="T22" fmla="*/ 592 w 803"/>
                <a:gd name="T23" fmla="*/ 233 h 724"/>
                <a:gd name="T24" fmla="*/ 586 w 803"/>
                <a:gd name="T25" fmla="*/ 215 h 724"/>
                <a:gd name="T26" fmla="*/ 574 w 803"/>
                <a:gd name="T27" fmla="*/ 200 h 724"/>
                <a:gd name="T28" fmla="*/ 558 w 803"/>
                <a:gd name="T29" fmla="*/ 188 h 724"/>
                <a:gd name="T30" fmla="*/ 533 w 803"/>
                <a:gd name="T31" fmla="*/ 182 h 724"/>
                <a:gd name="T32" fmla="*/ 504 w 803"/>
                <a:gd name="T33" fmla="*/ 179 h 724"/>
                <a:gd name="T34" fmla="*/ 221 w 803"/>
                <a:gd name="T35" fmla="*/ 179 h 724"/>
                <a:gd name="T36" fmla="*/ 221 w 803"/>
                <a:gd name="T37" fmla="*/ 0 h 724"/>
                <a:gd name="T38" fmla="*/ 540 w 803"/>
                <a:gd name="T39" fmla="*/ 0 h 724"/>
                <a:gd name="T40" fmla="*/ 589 w 803"/>
                <a:gd name="T41" fmla="*/ 2 h 724"/>
                <a:gd name="T42" fmla="*/ 633 w 803"/>
                <a:gd name="T43" fmla="*/ 8 h 724"/>
                <a:gd name="T44" fmla="*/ 670 w 803"/>
                <a:gd name="T45" fmla="*/ 18 h 724"/>
                <a:gd name="T46" fmla="*/ 702 w 803"/>
                <a:gd name="T47" fmla="*/ 33 h 724"/>
                <a:gd name="T48" fmla="*/ 729 w 803"/>
                <a:gd name="T49" fmla="*/ 49 h 724"/>
                <a:gd name="T50" fmla="*/ 750 w 803"/>
                <a:gd name="T51" fmla="*/ 70 h 724"/>
                <a:gd name="T52" fmla="*/ 768 w 803"/>
                <a:gd name="T53" fmla="*/ 93 h 724"/>
                <a:gd name="T54" fmla="*/ 781 w 803"/>
                <a:gd name="T55" fmla="*/ 120 h 724"/>
                <a:gd name="T56" fmla="*/ 791 w 803"/>
                <a:gd name="T57" fmla="*/ 149 h 724"/>
                <a:gd name="T58" fmla="*/ 798 w 803"/>
                <a:gd name="T59" fmla="*/ 180 h 724"/>
                <a:gd name="T60" fmla="*/ 803 w 803"/>
                <a:gd name="T61" fmla="*/ 213 h 724"/>
                <a:gd name="T62" fmla="*/ 803 w 803"/>
                <a:gd name="T63" fmla="*/ 247 h 724"/>
                <a:gd name="T64" fmla="*/ 803 w 803"/>
                <a:gd name="T65" fmla="*/ 333 h 724"/>
                <a:gd name="T66" fmla="*/ 803 w 803"/>
                <a:gd name="T67" fmla="*/ 361 h 724"/>
                <a:gd name="T68" fmla="*/ 798 w 803"/>
                <a:gd name="T69" fmla="*/ 392 h 724"/>
                <a:gd name="T70" fmla="*/ 791 w 803"/>
                <a:gd name="T71" fmla="*/ 421 h 724"/>
                <a:gd name="T72" fmla="*/ 781 w 803"/>
                <a:gd name="T73" fmla="*/ 449 h 724"/>
                <a:gd name="T74" fmla="*/ 768 w 803"/>
                <a:gd name="T75" fmla="*/ 475 h 724"/>
                <a:gd name="T76" fmla="*/ 750 w 803"/>
                <a:gd name="T77" fmla="*/ 500 h 724"/>
                <a:gd name="T78" fmla="*/ 729 w 803"/>
                <a:gd name="T79" fmla="*/ 521 h 724"/>
                <a:gd name="T80" fmla="*/ 704 w 803"/>
                <a:gd name="T81" fmla="*/ 539 h 724"/>
                <a:gd name="T82" fmla="*/ 673 w 803"/>
                <a:gd name="T83" fmla="*/ 552 h 724"/>
                <a:gd name="T84" fmla="*/ 638 w 803"/>
                <a:gd name="T85" fmla="*/ 560 h 724"/>
                <a:gd name="T86" fmla="*/ 597 w 803"/>
                <a:gd name="T87" fmla="*/ 564 h 724"/>
                <a:gd name="T88" fmla="*/ 221 w 803"/>
                <a:gd name="T89" fmla="*/ 564 h 724"/>
                <a:gd name="T90" fmla="*/ 221 w 803"/>
                <a:gd name="T91" fmla="*/ 724 h 724"/>
                <a:gd name="T92" fmla="*/ 221 w 803"/>
                <a:gd name="T93" fmla="*/ 724 h 724"/>
                <a:gd name="T94" fmla="*/ 0 w 803"/>
                <a:gd name="T95" fmla="*/ 361 h 724"/>
                <a:gd name="T96" fmla="*/ 221 w 803"/>
                <a:gd name="T97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03" h="724">
                  <a:moveTo>
                    <a:pt x="221" y="179"/>
                  </a:moveTo>
                  <a:lnTo>
                    <a:pt x="221" y="383"/>
                  </a:lnTo>
                  <a:lnTo>
                    <a:pt x="523" y="383"/>
                  </a:lnTo>
                  <a:lnTo>
                    <a:pt x="543" y="382"/>
                  </a:lnTo>
                  <a:lnTo>
                    <a:pt x="560" y="374"/>
                  </a:lnTo>
                  <a:lnTo>
                    <a:pt x="573" y="361"/>
                  </a:lnTo>
                  <a:lnTo>
                    <a:pt x="583" y="346"/>
                  </a:lnTo>
                  <a:lnTo>
                    <a:pt x="589" y="329"/>
                  </a:lnTo>
                  <a:lnTo>
                    <a:pt x="594" y="310"/>
                  </a:lnTo>
                  <a:lnTo>
                    <a:pt x="596" y="292"/>
                  </a:lnTo>
                  <a:lnTo>
                    <a:pt x="596" y="256"/>
                  </a:lnTo>
                  <a:lnTo>
                    <a:pt x="592" y="233"/>
                  </a:lnTo>
                  <a:lnTo>
                    <a:pt x="586" y="215"/>
                  </a:lnTo>
                  <a:lnTo>
                    <a:pt x="574" y="200"/>
                  </a:lnTo>
                  <a:lnTo>
                    <a:pt x="558" y="188"/>
                  </a:lnTo>
                  <a:lnTo>
                    <a:pt x="533" y="182"/>
                  </a:lnTo>
                  <a:lnTo>
                    <a:pt x="504" y="179"/>
                  </a:lnTo>
                  <a:lnTo>
                    <a:pt x="221" y="179"/>
                  </a:lnTo>
                  <a:close/>
                  <a:moveTo>
                    <a:pt x="221" y="0"/>
                  </a:moveTo>
                  <a:lnTo>
                    <a:pt x="540" y="0"/>
                  </a:lnTo>
                  <a:lnTo>
                    <a:pt x="589" y="2"/>
                  </a:lnTo>
                  <a:lnTo>
                    <a:pt x="633" y="8"/>
                  </a:lnTo>
                  <a:lnTo>
                    <a:pt x="670" y="18"/>
                  </a:lnTo>
                  <a:lnTo>
                    <a:pt x="702" y="33"/>
                  </a:lnTo>
                  <a:lnTo>
                    <a:pt x="729" y="49"/>
                  </a:lnTo>
                  <a:lnTo>
                    <a:pt x="750" y="70"/>
                  </a:lnTo>
                  <a:lnTo>
                    <a:pt x="768" y="93"/>
                  </a:lnTo>
                  <a:lnTo>
                    <a:pt x="781" y="120"/>
                  </a:lnTo>
                  <a:lnTo>
                    <a:pt x="791" y="149"/>
                  </a:lnTo>
                  <a:lnTo>
                    <a:pt x="798" y="180"/>
                  </a:lnTo>
                  <a:lnTo>
                    <a:pt x="803" y="213"/>
                  </a:lnTo>
                  <a:lnTo>
                    <a:pt x="803" y="247"/>
                  </a:lnTo>
                  <a:lnTo>
                    <a:pt x="803" y="333"/>
                  </a:lnTo>
                  <a:lnTo>
                    <a:pt x="803" y="361"/>
                  </a:lnTo>
                  <a:lnTo>
                    <a:pt x="798" y="392"/>
                  </a:lnTo>
                  <a:lnTo>
                    <a:pt x="791" y="421"/>
                  </a:lnTo>
                  <a:lnTo>
                    <a:pt x="781" y="449"/>
                  </a:lnTo>
                  <a:lnTo>
                    <a:pt x="768" y="475"/>
                  </a:lnTo>
                  <a:lnTo>
                    <a:pt x="750" y="500"/>
                  </a:lnTo>
                  <a:lnTo>
                    <a:pt x="729" y="521"/>
                  </a:lnTo>
                  <a:lnTo>
                    <a:pt x="704" y="539"/>
                  </a:lnTo>
                  <a:lnTo>
                    <a:pt x="673" y="552"/>
                  </a:lnTo>
                  <a:lnTo>
                    <a:pt x="638" y="560"/>
                  </a:lnTo>
                  <a:lnTo>
                    <a:pt x="597" y="564"/>
                  </a:lnTo>
                  <a:lnTo>
                    <a:pt x="221" y="564"/>
                  </a:lnTo>
                  <a:lnTo>
                    <a:pt x="221" y="724"/>
                  </a:lnTo>
                  <a:lnTo>
                    <a:pt x="221" y="724"/>
                  </a:lnTo>
                  <a:lnTo>
                    <a:pt x="0" y="361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C7D22D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271463" y="2852738"/>
              <a:ext cx="1306513" cy="1149350"/>
            </a:xfrm>
            <a:custGeom>
              <a:avLst/>
              <a:gdLst>
                <a:gd name="T0" fmla="*/ 0 w 823"/>
                <a:gd name="T1" fmla="*/ 0 h 724"/>
                <a:gd name="T2" fmla="*/ 223 w 823"/>
                <a:gd name="T3" fmla="*/ 0 h 724"/>
                <a:gd name="T4" fmla="*/ 601 w 823"/>
                <a:gd name="T5" fmla="*/ 438 h 724"/>
                <a:gd name="T6" fmla="*/ 601 w 823"/>
                <a:gd name="T7" fmla="*/ 0 h 724"/>
                <a:gd name="T8" fmla="*/ 601 w 823"/>
                <a:gd name="T9" fmla="*/ 0 h 724"/>
                <a:gd name="T10" fmla="*/ 823 w 823"/>
                <a:gd name="T11" fmla="*/ 361 h 724"/>
                <a:gd name="T12" fmla="*/ 601 w 823"/>
                <a:gd name="T13" fmla="*/ 724 h 724"/>
                <a:gd name="T14" fmla="*/ 223 w 823"/>
                <a:gd name="T15" fmla="*/ 287 h 724"/>
                <a:gd name="T16" fmla="*/ 223 w 823"/>
                <a:gd name="T17" fmla="*/ 724 h 724"/>
                <a:gd name="T18" fmla="*/ 0 w 823"/>
                <a:gd name="T19" fmla="*/ 724 h 724"/>
                <a:gd name="T20" fmla="*/ 0 w 823"/>
                <a:gd name="T2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23" h="724">
                  <a:moveTo>
                    <a:pt x="0" y="0"/>
                  </a:moveTo>
                  <a:lnTo>
                    <a:pt x="223" y="0"/>
                  </a:lnTo>
                  <a:lnTo>
                    <a:pt x="601" y="438"/>
                  </a:lnTo>
                  <a:lnTo>
                    <a:pt x="601" y="0"/>
                  </a:lnTo>
                  <a:lnTo>
                    <a:pt x="601" y="0"/>
                  </a:lnTo>
                  <a:lnTo>
                    <a:pt x="823" y="361"/>
                  </a:lnTo>
                  <a:lnTo>
                    <a:pt x="601" y="724"/>
                  </a:lnTo>
                  <a:lnTo>
                    <a:pt x="223" y="287"/>
                  </a:lnTo>
                  <a:lnTo>
                    <a:pt x="223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D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06352466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37F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Rectangle 226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092202" y="1650999"/>
            <a:ext cx="10198098" cy="334010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74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9423400" y="5836800"/>
            <a:ext cx="2768600" cy="8544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>
                  <a:shade val="67500"/>
                  <a:satMod val="115000"/>
                  <a:alpha val="0"/>
                </a:schemeClr>
              </a:gs>
              <a:gs pos="67000">
                <a:schemeClr val="bg2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10747576" y="6083300"/>
            <a:ext cx="1124512" cy="405048"/>
            <a:chOff x="271463" y="2852738"/>
            <a:chExt cx="3190876" cy="1149350"/>
          </a:xfrm>
        </p:grpSpPr>
        <p:sp>
          <p:nvSpPr>
            <p:cNvPr id="9" name="Freeform 6"/>
            <p:cNvSpPr>
              <a:spLocks/>
            </p:cNvSpPr>
            <p:nvPr/>
          </p:nvSpPr>
          <p:spPr bwMode="auto">
            <a:xfrm>
              <a:off x="1577976" y="2852738"/>
              <a:ext cx="609600" cy="1149350"/>
            </a:xfrm>
            <a:custGeom>
              <a:avLst/>
              <a:gdLst>
                <a:gd name="T0" fmla="*/ 0 w 384"/>
                <a:gd name="T1" fmla="*/ 0 h 724"/>
                <a:gd name="T2" fmla="*/ 41 w 384"/>
                <a:gd name="T3" fmla="*/ 0 h 724"/>
                <a:gd name="T4" fmla="*/ 192 w 384"/>
                <a:gd name="T5" fmla="*/ 241 h 724"/>
                <a:gd name="T6" fmla="*/ 341 w 384"/>
                <a:gd name="T7" fmla="*/ 0 h 724"/>
                <a:gd name="T8" fmla="*/ 382 w 384"/>
                <a:gd name="T9" fmla="*/ 0 h 724"/>
                <a:gd name="T10" fmla="*/ 382 w 384"/>
                <a:gd name="T11" fmla="*/ 723 h 724"/>
                <a:gd name="T12" fmla="*/ 384 w 384"/>
                <a:gd name="T13" fmla="*/ 724 h 724"/>
                <a:gd name="T14" fmla="*/ 341 w 384"/>
                <a:gd name="T15" fmla="*/ 724 h 724"/>
                <a:gd name="T16" fmla="*/ 192 w 384"/>
                <a:gd name="T17" fmla="*/ 483 h 724"/>
                <a:gd name="T18" fmla="*/ 41 w 384"/>
                <a:gd name="T19" fmla="*/ 724 h 724"/>
                <a:gd name="T20" fmla="*/ 0 w 384"/>
                <a:gd name="T21" fmla="*/ 724 h 724"/>
                <a:gd name="T22" fmla="*/ 0 w 384"/>
                <a:gd name="T2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84" h="724">
                  <a:moveTo>
                    <a:pt x="0" y="0"/>
                  </a:moveTo>
                  <a:lnTo>
                    <a:pt x="41" y="0"/>
                  </a:lnTo>
                  <a:lnTo>
                    <a:pt x="192" y="241"/>
                  </a:lnTo>
                  <a:lnTo>
                    <a:pt x="341" y="0"/>
                  </a:lnTo>
                  <a:lnTo>
                    <a:pt x="382" y="0"/>
                  </a:lnTo>
                  <a:lnTo>
                    <a:pt x="382" y="723"/>
                  </a:lnTo>
                  <a:lnTo>
                    <a:pt x="384" y="724"/>
                  </a:lnTo>
                  <a:lnTo>
                    <a:pt x="341" y="724"/>
                  </a:lnTo>
                  <a:lnTo>
                    <a:pt x="192" y="483"/>
                  </a:lnTo>
                  <a:lnTo>
                    <a:pt x="41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DB2D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1225551" y="2852738"/>
              <a:ext cx="352425" cy="1149350"/>
            </a:xfrm>
            <a:custGeom>
              <a:avLst/>
              <a:gdLst>
                <a:gd name="T0" fmla="*/ 0 w 222"/>
                <a:gd name="T1" fmla="*/ 0 h 724"/>
                <a:gd name="T2" fmla="*/ 222 w 222"/>
                <a:gd name="T3" fmla="*/ 0 h 724"/>
                <a:gd name="T4" fmla="*/ 222 w 222"/>
                <a:gd name="T5" fmla="*/ 724 h 724"/>
                <a:gd name="T6" fmla="*/ 0 w 222"/>
                <a:gd name="T7" fmla="*/ 724 h 724"/>
                <a:gd name="T8" fmla="*/ 222 w 222"/>
                <a:gd name="T9" fmla="*/ 361 h 724"/>
                <a:gd name="T10" fmla="*/ 0 w 222"/>
                <a:gd name="T1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2" h="724">
                  <a:moveTo>
                    <a:pt x="0" y="0"/>
                  </a:moveTo>
                  <a:lnTo>
                    <a:pt x="222" y="0"/>
                  </a:lnTo>
                  <a:lnTo>
                    <a:pt x="222" y="724"/>
                  </a:lnTo>
                  <a:lnTo>
                    <a:pt x="0" y="724"/>
                  </a:lnTo>
                  <a:lnTo>
                    <a:pt x="222" y="3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5843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2184401" y="2852738"/>
              <a:ext cx="354013" cy="1149350"/>
            </a:xfrm>
            <a:custGeom>
              <a:avLst/>
              <a:gdLst>
                <a:gd name="T0" fmla="*/ 0 w 223"/>
                <a:gd name="T1" fmla="*/ 0 h 724"/>
                <a:gd name="T2" fmla="*/ 223 w 223"/>
                <a:gd name="T3" fmla="*/ 0 h 724"/>
                <a:gd name="T4" fmla="*/ 2 w 223"/>
                <a:gd name="T5" fmla="*/ 361 h 724"/>
                <a:gd name="T6" fmla="*/ 223 w 223"/>
                <a:gd name="T7" fmla="*/ 724 h 724"/>
                <a:gd name="T8" fmla="*/ 2 w 223"/>
                <a:gd name="T9" fmla="*/ 724 h 724"/>
                <a:gd name="T10" fmla="*/ 0 w 223"/>
                <a:gd name="T11" fmla="*/ 723 h 724"/>
                <a:gd name="T12" fmla="*/ 0 w 223"/>
                <a:gd name="T1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3" h="724">
                  <a:moveTo>
                    <a:pt x="0" y="0"/>
                  </a:moveTo>
                  <a:lnTo>
                    <a:pt x="223" y="0"/>
                  </a:lnTo>
                  <a:lnTo>
                    <a:pt x="2" y="361"/>
                  </a:lnTo>
                  <a:lnTo>
                    <a:pt x="223" y="724"/>
                  </a:lnTo>
                  <a:lnTo>
                    <a:pt x="2" y="724"/>
                  </a:lnTo>
                  <a:lnTo>
                    <a:pt x="0" y="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983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2187576" y="2852738"/>
              <a:ext cx="1274763" cy="1149350"/>
            </a:xfrm>
            <a:custGeom>
              <a:avLst/>
              <a:gdLst>
                <a:gd name="T0" fmla="*/ 221 w 803"/>
                <a:gd name="T1" fmla="*/ 179 h 724"/>
                <a:gd name="T2" fmla="*/ 221 w 803"/>
                <a:gd name="T3" fmla="*/ 383 h 724"/>
                <a:gd name="T4" fmla="*/ 523 w 803"/>
                <a:gd name="T5" fmla="*/ 383 h 724"/>
                <a:gd name="T6" fmla="*/ 543 w 803"/>
                <a:gd name="T7" fmla="*/ 382 h 724"/>
                <a:gd name="T8" fmla="*/ 560 w 803"/>
                <a:gd name="T9" fmla="*/ 374 h 724"/>
                <a:gd name="T10" fmla="*/ 573 w 803"/>
                <a:gd name="T11" fmla="*/ 361 h 724"/>
                <a:gd name="T12" fmla="*/ 583 w 803"/>
                <a:gd name="T13" fmla="*/ 346 h 724"/>
                <a:gd name="T14" fmla="*/ 589 w 803"/>
                <a:gd name="T15" fmla="*/ 329 h 724"/>
                <a:gd name="T16" fmla="*/ 594 w 803"/>
                <a:gd name="T17" fmla="*/ 310 h 724"/>
                <a:gd name="T18" fmla="*/ 596 w 803"/>
                <a:gd name="T19" fmla="*/ 292 h 724"/>
                <a:gd name="T20" fmla="*/ 596 w 803"/>
                <a:gd name="T21" fmla="*/ 256 h 724"/>
                <a:gd name="T22" fmla="*/ 592 w 803"/>
                <a:gd name="T23" fmla="*/ 233 h 724"/>
                <a:gd name="T24" fmla="*/ 586 w 803"/>
                <a:gd name="T25" fmla="*/ 215 h 724"/>
                <a:gd name="T26" fmla="*/ 574 w 803"/>
                <a:gd name="T27" fmla="*/ 200 h 724"/>
                <a:gd name="T28" fmla="*/ 558 w 803"/>
                <a:gd name="T29" fmla="*/ 188 h 724"/>
                <a:gd name="T30" fmla="*/ 533 w 803"/>
                <a:gd name="T31" fmla="*/ 182 h 724"/>
                <a:gd name="T32" fmla="*/ 504 w 803"/>
                <a:gd name="T33" fmla="*/ 179 h 724"/>
                <a:gd name="T34" fmla="*/ 221 w 803"/>
                <a:gd name="T35" fmla="*/ 179 h 724"/>
                <a:gd name="T36" fmla="*/ 221 w 803"/>
                <a:gd name="T37" fmla="*/ 0 h 724"/>
                <a:gd name="T38" fmla="*/ 540 w 803"/>
                <a:gd name="T39" fmla="*/ 0 h 724"/>
                <a:gd name="T40" fmla="*/ 589 w 803"/>
                <a:gd name="T41" fmla="*/ 2 h 724"/>
                <a:gd name="T42" fmla="*/ 633 w 803"/>
                <a:gd name="T43" fmla="*/ 8 h 724"/>
                <a:gd name="T44" fmla="*/ 670 w 803"/>
                <a:gd name="T45" fmla="*/ 18 h 724"/>
                <a:gd name="T46" fmla="*/ 702 w 803"/>
                <a:gd name="T47" fmla="*/ 33 h 724"/>
                <a:gd name="T48" fmla="*/ 729 w 803"/>
                <a:gd name="T49" fmla="*/ 49 h 724"/>
                <a:gd name="T50" fmla="*/ 750 w 803"/>
                <a:gd name="T51" fmla="*/ 70 h 724"/>
                <a:gd name="T52" fmla="*/ 768 w 803"/>
                <a:gd name="T53" fmla="*/ 93 h 724"/>
                <a:gd name="T54" fmla="*/ 781 w 803"/>
                <a:gd name="T55" fmla="*/ 120 h 724"/>
                <a:gd name="T56" fmla="*/ 791 w 803"/>
                <a:gd name="T57" fmla="*/ 149 h 724"/>
                <a:gd name="T58" fmla="*/ 798 w 803"/>
                <a:gd name="T59" fmla="*/ 180 h 724"/>
                <a:gd name="T60" fmla="*/ 803 w 803"/>
                <a:gd name="T61" fmla="*/ 213 h 724"/>
                <a:gd name="T62" fmla="*/ 803 w 803"/>
                <a:gd name="T63" fmla="*/ 247 h 724"/>
                <a:gd name="T64" fmla="*/ 803 w 803"/>
                <a:gd name="T65" fmla="*/ 333 h 724"/>
                <a:gd name="T66" fmla="*/ 803 w 803"/>
                <a:gd name="T67" fmla="*/ 361 h 724"/>
                <a:gd name="T68" fmla="*/ 798 w 803"/>
                <a:gd name="T69" fmla="*/ 392 h 724"/>
                <a:gd name="T70" fmla="*/ 791 w 803"/>
                <a:gd name="T71" fmla="*/ 421 h 724"/>
                <a:gd name="T72" fmla="*/ 781 w 803"/>
                <a:gd name="T73" fmla="*/ 449 h 724"/>
                <a:gd name="T74" fmla="*/ 768 w 803"/>
                <a:gd name="T75" fmla="*/ 475 h 724"/>
                <a:gd name="T76" fmla="*/ 750 w 803"/>
                <a:gd name="T77" fmla="*/ 500 h 724"/>
                <a:gd name="T78" fmla="*/ 729 w 803"/>
                <a:gd name="T79" fmla="*/ 521 h 724"/>
                <a:gd name="T80" fmla="*/ 704 w 803"/>
                <a:gd name="T81" fmla="*/ 539 h 724"/>
                <a:gd name="T82" fmla="*/ 673 w 803"/>
                <a:gd name="T83" fmla="*/ 552 h 724"/>
                <a:gd name="T84" fmla="*/ 638 w 803"/>
                <a:gd name="T85" fmla="*/ 560 h 724"/>
                <a:gd name="T86" fmla="*/ 597 w 803"/>
                <a:gd name="T87" fmla="*/ 564 h 724"/>
                <a:gd name="T88" fmla="*/ 221 w 803"/>
                <a:gd name="T89" fmla="*/ 564 h 724"/>
                <a:gd name="T90" fmla="*/ 221 w 803"/>
                <a:gd name="T91" fmla="*/ 724 h 724"/>
                <a:gd name="T92" fmla="*/ 221 w 803"/>
                <a:gd name="T93" fmla="*/ 724 h 724"/>
                <a:gd name="T94" fmla="*/ 0 w 803"/>
                <a:gd name="T95" fmla="*/ 361 h 724"/>
                <a:gd name="T96" fmla="*/ 221 w 803"/>
                <a:gd name="T97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03" h="724">
                  <a:moveTo>
                    <a:pt x="221" y="179"/>
                  </a:moveTo>
                  <a:lnTo>
                    <a:pt x="221" y="383"/>
                  </a:lnTo>
                  <a:lnTo>
                    <a:pt x="523" y="383"/>
                  </a:lnTo>
                  <a:lnTo>
                    <a:pt x="543" y="382"/>
                  </a:lnTo>
                  <a:lnTo>
                    <a:pt x="560" y="374"/>
                  </a:lnTo>
                  <a:lnTo>
                    <a:pt x="573" y="361"/>
                  </a:lnTo>
                  <a:lnTo>
                    <a:pt x="583" y="346"/>
                  </a:lnTo>
                  <a:lnTo>
                    <a:pt x="589" y="329"/>
                  </a:lnTo>
                  <a:lnTo>
                    <a:pt x="594" y="310"/>
                  </a:lnTo>
                  <a:lnTo>
                    <a:pt x="596" y="292"/>
                  </a:lnTo>
                  <a:lnTo>
                    <a:pt x="596" y="256"/>
                  </a:lnTo>
                  <a:lnTo>
                    <a:pt x="592" y="233"/>
                  </a:lnTo>
                  <a:lnTo>
                    <a:pt x="586" y="215"/>
                  </a:lnTo>
                  <a:lnTo>
                    <a:pt x="574" y="200"/>
                  </a:lnTo>
                  <a:lnTo>
                    <a:pt x="558" y="188"/>
                  </a:lnTo>
                  <a:lnTo>
                    <a:pt x="533" y="182"/>
                  </a:lnTo>
                  <a:lnTo>
                    <a:pt x="504" y="179"/>
                  </a:lnTo>
                  <a:lnTo>
                    <a:pt x="221" y="179"/>
                  </a:lnTo>
                  <a:close/>
                  <a:moveTo>
                    <a:pt x="221" y="0"/>
                  </a:moveTo>
                  <a:lnTo>
                    <a:pt x="540" y="0"/>
                  </a:lnTo>
                  <a:lnTo>
                    <a:pt x="589" y="2"/>
                  </a:lnTo>
                  <a:lnTo>
                    <a:pt x="633" y="8"/>
                  </a:lnTo>
                  <a:lnTo>
                    <a:pt x="670" y="18"/>
                  </a:lnTo>
                  <a:lnTo>
                    <a:pt x="702" y="33"/>
                  </a:lnTo>
                  <a:lnTo>
                    <a:pt x="729" y="49"/>
                  </a:lnTo>
                  <a:lnTo>
                    <a:pt x="750" y="70"/>
                  </a:lnTo>
                  <a:lnTo>
                    <a:pt x="768" y="93"/>
                  </a:lnTo>
                  <a:lnTo>
                    <a:pt x="781" y="120"/>
                  </a:lnTo>
                  <a:lnTo>
                    <a:pt x="791" y="149"/>
                  </a:lnTo>
                  <a:lnTo>
                    <a:pt x="798" y="180"/>
                  </a:lnTo>
                  <a:lnTo>
                    <a:pt x="803" y="213"/>
                  </a:lnTo>
                  <a:lnTo>
                    <a:pt x="803" y="247"/>
                  </a:lnTo>
                  <a:lnTo>
                    <a:pt x="803" y="333"/>
                  </a:lnTo>
                  <a:lnTo>
                    <a:pt x="803" y="361"/>
                  </a:lnTo>
                  <a:lnTo>
                    <a:pt x="798" y="392"/>
                  </a:lnTo>
                  <a:lnTo>
                    <a:pt x="791" y="421"/>
                  </a:lnTo>
                  <a:lnTo>
                    <a:pt x="781" y="449"/>
                  </a:lnTo>
                  <a:lnTo>
                    <a:pt x="768" y="475"/>
                  </a:lnTo>
                  <a:lnTo>
                    <a:pt x="750" y="500"/>
                  </a:lnTo>
                  <a:lnTo>
                    <a:pt x="729" y="521"/>
                  </a:lnTo>
                  <a:lnTo>
                    <a:pt x="704" y="539"/>
                  </a:lnTo>
                  <a:lnTo>
                    <a:pt x="673" y="552"/>
                  </a:lnTo>
                  <a:lnTo>
                    <a:pt x="638" y="560"/>
                  </a:lnTo>
                  <a:lnTo>
                    <a:pt x="597" y="564"/>
                  </a:lnTo>
                  <a:lnTo>
                    <a:pt x="221" y="564"/>
                  </a:lnTo>
                  <a:lnTo>
                    <a:pt x="221" y="724"/>
                  </a:lnTo>
                  <a:lnTo>
                    <a:pt x="221" y="724"/>
                  </a:lnTo>
                  <a:lnTo>
                    <a:pt x="0" y="361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C7D22D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271463" y="2852738"/>
              <a:ext cx="1306513" cy="1149350"/>
            </a:xfrm>
            <a:custGeom>
              <a:avLst/>
              <a:gdLst>
                <a:gd name="T0" fmla="*/ 0 w 823"/>
                <a:gd name="T1" fmla="*/ 0 h 724"/>
                <a:gd name="T2" fmla="*/ 223 w 823"/>
                <a:gd name="T3" fmla="*/ 0 h 724"/>
                <a:gd name="T4" fmla="*/ 601 w 823"/>
                <a:gd name="T5" fmla="*/ 438 h 724"/>
                <a:gd name="T6" fmla="*/ 601 w 823"/>
                <a:gd name="T7" fmla="*/ 0 h 724"/>
                <a:gd name="T8" fmla="*/ 601 w 823"/>
                <a:gd name="T9" fmla="*/ 0 h 724"/>
                <a:gd name="T10" fmla="*/ 823 w 823"/>
                <a:gd name="T11" fmla="*/ 361 h 724"/>
                <a:gd name="T12" fmla="*/ 601 w 823"/>
                <a:gd name="T13" fmla="*/ 724 h 724"/>
                <a:gd name="T14" fmla="*/ 223 w 823"/>
                <a:gd name="T15" fmla="*/ 287 h 724"/>
                <a:gd name="T16" fmla="*/ 223 w 823"/>
                <a:gd name="T17" fmla="*/ 724 h 724"/>
                <a:gd name="T18" fmla="*/ 0 w 823"/>
                <a:gd name="T19" fmla="*/ 724 h 724"/>
                <a:gd name="T20" fmla="*/ 0 w 823"/>
                <a:gd name="T2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23" h="724">
                  <a:moveTo>
                    <a:pt x="0" y="0"/>
                  </a:moveTo>
                  <a:lnTo>
                    <a:pt x="223" y="0"/>
                  </a:lnTo>
                  <a:lnTo>
                    <a:pt x="601" y="438"/>
                  </a:lnTo>
                  <a:lnTo>
                    <a:pt x="601" y="0"/>
                  </a:lnTo>
                  <a:lnTo>
                    <a:pt x="601" y="0"/>
                  </a:lnTo>
                  <a:lnTo>
                    <a:pt x="823" y="361"/>
                  </a:lnTo>
                  <a:lnTo>
                    <a:pt x="601" y="724"/>
                  </a:lnTo>
                  <a:lnTo>
                    <a:pt x="223" y="287"/>
                  </a:lnTo>
                  <a:lnTo>
                    <a:pt x="223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D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49025851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Rectangle 226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092202" y="1650999"/>
            <a:ext cx="10198098" cy="334010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74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9423400" y="5836800"/>
            <a:ext cx="2768600" cy="8544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2">
                  <a:shade val="67500"/>
                  <a:satMod val="115000"/>
                  <a:alpha val="0"/>
                </a:schemeClr>
              </a:gs>
              <a:gs pos="67000">
                <a:schemeClr val="bg2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10747576" y="6083300"/>
            <a:ext cx="1124512" cy="405048"/>
            <a:chOff x="271463" y="2852738"/>
            <a:chExt cx="3190876" cy="1149350"/>
          </a:xfrm>
        </p:grpSpPr>
        <p:sp>
          <p:nvSpPr>
            <p:cNvPr id="9" name="Freeform 6"/>
            <p:cNvSpPr>
              <a:spLocks/>
            </p:cNvSpPr>
            <p:nvPr/>
          </p:nvSpPr>
          <p:spPr bwMode="auto">
            <a:xfrm>
              <a:off x="1577976" y="2852738"/>
              <a:ext cx="609600" cy="1149350"/>
            </a:xfrm>
            <a:custGeom>
              <a:avLst/>
              <a:gdLst>
                <a:gd name="T0" fmla="*/ 0 w 384"/>
                <a:gd name="T1" fmla="*/ 0 h 724"/>
                <a:gd name="T2" fmla="*/ 41 w 384"/>
                <a:gd name="T3" fmla="*/ 0 h 724"/>
                <a:gd name="T4" fmla="*/ 192 w 384"/>
                <a:gd name="T5" fmla="*/ 241 h 724"/>
                <a:gd name="T6" fmla="*/ 341 w 384"/>
                <a:gd name="T7" fmla="*/ 0 h 724"/>
                <a:gd name="T8" fmla="*/ 382 w 384"/>
                <a:gd name="T9" fmla="*/ 0 h 724"/>
                <a:gd name="T10" fmla="*/ 382 w 384"/>
                <a:gd name="T11" fmla="*/ 723 h 724"/>
                <a:gd name="T12" fmla="*/ 384 w 384"/>
                <a:gd name="T13" fmla="*/ 724 h 724"/>
                <a:gd name="T14" fmla="*/ 341 w 384"/>
                <a:gd name="T15" fmla="*/ 724 h 724"/>
                <a:gd name="T16" fmla="*/ 192 w 384"/>
                <a:gd name="T17" fmla="*/ 483 h 724"/>
                <a:gd name="T18" fmla="*/ 41 w 384"/>
                <a:gd name="T19" fmla="*/ 724 h 724"/>
                <a:gd name="T20" fmla="*/ 0 w 384"/>
                <a:gd name="T21" fmla="*/ 724 h 724"/>
                <a:gd name="T22" fmla="*/ 0 w 384"/>
                <a:gd name="T2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84" h="724">
                  <a:moveTo>
                    <a:pt x="0" y="0"/>
                  </a:moveTo>
                  <a:lnTo>
                    <a:pt x="41" y="0"/>
                  </a:lnTo>
                  <a:lnTo>
                    <a:pt x="192" y="241"/>
                  </a:lnTo>
                  <a:lnTo>
                    <a:pt x="341" y="0"/>
                  </a:lnTo>
                  <a:lnTo>
                    <a:pt x="382" y="0"/>
                  </a:lnTo>
                  <a:lnTo>
                    <a:pt x="382" y="723"/>
                  </a:lnTo>
                  <a:lnTo>
                    <a:pt x="384" y="724"/>
                  </a:lnTo>
                  <a:lnTo>
                    <a:pt x="341" y="724"/>
                  </a:lnTo>
                  <a:lnTo>
                    <a:pt x="192" y="483"/>
                  </a:lnTo>
                  <a:lnTo>
                    <a:pt x="41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DB2D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1225551" y="2852738"/>
              <a:ext cx="352425" cy="1149350"/>
            </a:xfrm>
            <a:custGeom>
              <a:avLst/>
              <a:gdLst>
                <a:gd name="T0" fmla="*/ 0 w 222"/>
                <a:gd name="T1" fmla="*/ 0 h 724"/>
                <a:gd name="T2" fmla="*/ 222 w 222"/>
                <a:gd name="T3" fmla="*/ 0 h 724"/>
                <a:gd name="T4" fmla="*/ 222 w 222"/>
                <a:gd name="T5" fmla="*/ 724 h 724"/>
                <a:gd name="T6" fmla="*/ 0 w 222"/>
                <a:gd name="T7" fmla="*/ 724 h 724"/>
                <a:gd name="T8" fmla="*/ 222 w 222"/>
                <a:gd name="T9" fmla="*/ 361 h 724"/>
                <a:gd name="T10" fmla="*/ 0 w 222"/>
                <a:gd name="T1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2" h="724">
                  <a:moveTo>
                    <a:pt x="0" y="0"/>
                  </a:moveTo>
                  <a:lnTo>
                    <a:pt x="222" y="0"/>
                  </a:lnTo>
                  <a:lnTo>
                    <a:pt x="222" y="724"/>
                  </a:lnTo>
                  <a:lnTo>
                    <a:pt x="0" y="724"/>
                  </a:lnTo>
                  <a:lnTo>
                    <a:pt x="222" y="3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5843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2184401" y="2852738"/>
              <a:ext cx="354013" cy="1149350"/>
            </a:xfrm>
            <a:custGeom>
              <a:avLst/>
              <a:gdLst>
                <a:gd name="T0" fmla="*/ 0 w 223"/>
                <a:gd name="T1" fmla="*/ 0 h 724"/>
                <a:gd name="T2" fmla="*/ 223 w 223"/>
                <a:gd name="T3" fmla="*/ 0 h 724"/>
                <a:gd name="T4" fmla="*/ 2 w 223"/>
                <a:gd name="T5" fmla="*/ 361 h 724"/>
                <a:gd name="T6" fmla="*/ 223 w 223"/>
                <a:gd name="T7" fmla="*/ 724 h 724"/>
                <a:gd name="T8" fmla="*/ 2 w 223"/>
                <a:gd name="T9" fmla="*/ 724 h 724"/>
                <a:gd name="T10" fmla="*/ 0 w 223"/>
                <a:gd name="T11" fmla="*/ 723 h 724"/>
                <a:gd name="T12" fmla="*/ 0 w 223"/>
                <a:gd name="T1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3" h="724">
                  <a:moveTo>
                    <a:pt x="0" y="0"/>
                  </a:moveTo>
                  <a:lnTo>
                    <a:pt x="223" y="0"/>
                  </a:lnTo>
                  <a:lnTo>
                    <a:pt x="2" y="361"/>
                  </a:lnTo>
                  <a:lnTo>
                    <a:pt x="223" y="724"/>
                  </a:lnTo>
                  <a:lnTo>
                    <a:pt x="2" y="724"/>
                  </a:lnTo>
                  <a:lnTo>
                    <a:pt x="0" y="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983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2187576" y="2852738"/>
              <a:ext cx="1274763" cy="1149350"/>
            </a:xfrm>
            <a:custGeom>
              <a:avLst/>
              <a:gdLst>
                <a:gd name="T0" fmla="*/ 221 w 803"/>
                <a:gd name="T1" fmla="*/ 179 h 724"/>
                <a:gd name="T2" fmla="*/ 221 w 803"/>
                <a:gd name="T3" fmla="*/ 383 h 724"/>
                <a:gd name="T4" fmla="*/ 523 w 803"/>
                <a:gd name="T5" fmla="*/ 383 h 724"/>
                <a:gd name="T6" fmla="*/ 543 w 803"/>
                <a:gd name="T7" fmla="*/ 382 h 724"/>
                <a:gd name="T8" fmla="*/ 560 w 803"/>
                <a:gd name="T9" fmla="*/ 374 h 724"/>
                <a:gd name="T10" fmla="*/ 573 w 803"/>
                <a:gd name="T11" fmla="*/ 361 h 724"/>
                <a:gd name="T12" fmla="*/ 583 w 803"/>
                <a:gd name="T13" fmla="*/ 346 h 724"/>
                <a:gd name="T14" fmla="*/ 589 w 803"/>
                <a:gd name="T15" fmla="*/ 329 h 724"/>
                <a:gd name="T16" fmla="*/ 594 w 803"/>
                <a:gd name="T17" fmla="*/ 310 h 724"/>
                <a:gd name="T18" fmla="*/ 596 w 803"/>
                <a:gd name="T19" fmla="*/ 292 h 724"/>
                <a:gd name="T20" fmla="*/ 596 w 803"/>
                <a:gd name="T21" fmla="*/ 256 h 724"/>
                <a:gd name="T22" fmla="*/ 592 w 803"/>
                <a:gd name="T23" fmla="*/ 233 h 724"/>
                <a:gd name="T24" fmla="*/ 586 w 803"/>
                <a:gd name="T25" fmla="*/ 215 h 724"/>
                <a:gd name="T26" fmla="*/ 574 w 803"/>
                <a:gd name="T27" fmla="*/ 200 h 724"/>
                <a:gd name="T28" fmla="*/ 558 w 803"/>
                <a:gd name="T29" fmla="*/ 188 h 724"/>
                <a:gd name="T30" fmla="*/ 533 w 803"/>
                <a:gd name="T31" fmla="*/ 182 h 724"/>
                <a:gd name="T32" fmla="*/ 504 w 803"/>
                <a:gd name="T33" fmla="*/ 179 h 724"/>
                <a:gd name="T34" fmla="*/ 221 w 803"/>
                <a:gd name="T35" fmla="*/ 179 h 724"/>
                <a:gd name="T36" fmla="*/ 221 w 803"/>
                <a:gd name="T37" fmla="*/ 0 h 724"/>
                <a:gd name="T38" fmla="*/ 540 w 803"/>
                <a:gd name="T39" fmla="*/ 0 h 724"/>
                <a:gd name="T40" fmla="*/ 589 w 803"/>
                <a:gd name="T41" fmla="*/ 2 h 724"/>
                <a:gd name="T42" fmla="*/ 633 w 803"/>
                <a:gd name="T43" fmla="*/ 8 h 724"/>
                <a:gd name="T44" fmla="*/ 670 w 803"/>
                <a:gd name="T45" fmla="*/ 18 h 724"/>
                <a:gd name="T46" fmla="*/ 702 w 803"/>
                <a:gd name="T47" fmla="*/ 33 h 724"/>
                <a:gd name="T48" fmla="*/ 729 w 803"/>
                <a:gd name="T49" fmla="*/ 49 h 724"/>
                <a:gd name="T50" fmla="*/ 750 w 803"/>
                <a:gd name="T51" fmla="*/ 70 h 724"/>
                <a:gd name="T52" fmla="*/ 768 w 803"/>
                <a:gd name="T53" fmla="*/ 93 h 724"/>
                <a:gd name="T54" fmla="*/ 781 w 803"/>
                <a:gd name="T55" fmla="*/ 120 h 724"/>
                <a:gd name="T56" fmla="*/ 791 w 803"/>
                <a:gd name="T57" fmla="*/ 149 h 724"/>
                <a:gd name="T58" fmla="*/ 798 w 803"/>
                <a:gd name="T59" fmla="*/ 180 h 724"/>
                <a:gd name="T60" fmla="*/ 803 w 803"/>
                <a:gd name="T61" fmla="*/ 213 h 724"/>
                <a:gd name="T62" fmla="*/ 803 w 803"/>
                <a:gd name="T63" fmla="*/ 247 h 724"/>
                <a:gd name="T64" fmla="*/ 803 w 803"/>
                <a:gd name="T65" fmla="*/ 333 h 724"/>
                <a:gd name="T66" fmla="*/ 803 w 803"/>
                <a:gd name="T67" fmla="*/ 361 h 724"/>
                <a:gd name="T68" fmla="*/ 798 w 803"/>
                <a:gd name="T69" fmla="*/ 392 h 724"/>
                <a:gd name="T70" fmla="*/ 791 w 803"/>
                <a:gd name="T71" fmla="*/ 421 h 724"/>
                <a:gd name="T72" fmla="*/ 781 w 803"/>
                <a:gd name="T73" fmla="*/ 449 h 724"/>
                <a:gd name="T74" fmla="*/ 768 w 803"/>
                <a:gd name="T75" fmla="*/ 475 h 724"/>
                <a:gd name="T76" fmla="*/ 750 w 803"/>
                <a:gd name="T77" fmla="*/ 500 h 724"/>
                <a:gd name="T78" fmla="*/ 729 w 803"/>
                <a:gd name="T79" fmla="*/ 521 h 724"/>
                <a:gd name="T80" fmla="*/ 704 w 803"/>
                <a:gd name="T81" fmla="*/ 539 h 724"/>
                <a:gd name="T82" fmla="*/ 673 w 803"/>
                <a:gd name="T83" fmla="*/ 552 h 724"/>
                <a:gd name="T84" fmla="*/ 638 w 803"/>
                <a:gd name="T85" fmla="*/ 560 h 724"/>
                <a:gd name="T86" fmla="*/ 597 w 803"/>
                <a:gd name="T87" fmla="*/ 564 h 724"/>
                <a:gd name="T88" fmla="*/ 221 w 803"/>
                <a:gd name="T89" fmla="*/ 564 h 724"/>
                <a:gd name="T90" fmla="*/ 221 w 803"/>
                <a:gd name="T91" fmla="*/ 724 h 724"/>
                <a:gd name="T92" fmla="*/ 221 w 803"/>
                <a:gd name="T93" fmla="*/ 724 h 724"/>
                <a:gd name="T94" fmla="*/ 0 w 803"/>
                <a:gd name="T95" fmla="*/ 361 h 724"/>
                <a:gd name="T96" fmla="*/ 221 w 803"/>
                <a:gd name="T97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03" h="724">
                  <a:moveTo>
                    <a:pt x="221" y="179"/>
                  </a:moveTo>
                  <a:lnTo>
                    <a:pt x="221" y="383"/>
                  </a:lnTo>
                  <a:lnTo>
                    <a:pt x="523" y="383"/>
                  </a:lnTo>
                  <a:lnTo>
                    <a:pt x="543" y="382"/>
                  </a:lnTo>
                  <a:lnTo>
                    <a:pt x="560" y="374"/>
                  </a:lnTo>
                  <a:lnTo>
                    <a:pt x="573" y="361"/>
                  </a:lnTo>
                  <a:lnTo>
                    <a:pt x="583" y="346"/>
                  </a:lnTo>
                  <a:lnTo>
                    <a:pt x="589" y="329"/>
                  </a:lnTo>
                  <a:lnTo>
                    <a:pt x="594" y="310"/>
                  </a:lnTo>
                  <a:lnTo>
                    <a:pt x="596" y="292"/>
                  </a:lnTo>
                  <a:lnTo>
                    <a:pt x="596" y="256"/>
                  </a:lnTo>
                  <a:lnTo>
                    <a:pt x="592" y="233"/>
                  </a:lnTo>
                  <a:lnTo>
                    <a:pt x="586" y="215"/>
                  </a:lnTo>
                  <a:lnTo>
                    <a:pt x="574" y="200"/>
                  </a:lnTo>
                  <a:lnTo>
                    <a:pt x="558" y="188"/>
                  </a:lnTo>
                  <a:lnTo>
                    <a:pt x="533" y="182"/>
                  </a:lnTo>
                  <a:lnTo>
                    <a:pt x="504" y="179"/>
                  </a:lnTo>
                  <a:lnTo>
                    <a:pt x="221" y="179"/>
                  </a:lnTo>
                  <a:close/>
                  <a:moveTo>
                    <a:pt x="221" y="0"/>
                  </a:moveTo>
                  <a:lnTo>
                    <a:pt x="540" y="0"/>
                  </a:lnTo>
                  <a:lnTo>
                    <a:pt x="589" y="2"/>
                  </a:lnTo>
                  <a:lnTo>
                    <a:pt x="633" y="8"/>
                  </a:lnTo>
                  <a:lnTo>
                    <a:pt x="670" y="18"/>
                  </a:lnTo>
                  <a:lnTo>
                    <a:pt x="702" y="33"/>
                  </a:lnTo>
                  <a:lnTo>
                    <a:pt x="729" y="49"/>
                  </a:lnTo>
                  <a:lnTo>
                    <a:pt x="750" y="70"/>
                  </a:lnTo>
                  <a:lnTo>
                    <a:pt x="768" y="93"/>
                  </a:lnTo>
                  <a:lnTo>
                    <a:pt x="781" y="120"/>
                  </a:lnTo>
                  <a:lnTo>
                    <a:pt x="791" y="149"/>
                  </a:lnTo>
                  <a:lnTo>
                    <a:pt x="798" y="180"/>
                  </a:lnTo>
                  <a:lnTo>
                    <a:pt x="803" y="213"/>
                  </a:lnTo>
                  <a:lnTo>
                    <a:pt x="803" y="247"/>
                  </a:lnTo>
                  <a:lnTo>
                    <a:pt x="803" y="333"/>
                  </a:lnTo>
                  <a:lnTo>
                    <a:pt x="803" y="361"/>
                  </a:lnTo>
                  <a:lnTo>
                    <a:pt x="798" y="392"/>
                  </a:lnTo>
                  <a:lnTo>
                    <a:pt x="791" y="421"/>
                  </a:lnTo>
                  <a:lnTo>
                    <a:pt x="781" y="449"/>
                  </a:lnTo>
                  <a:lnTo>
                    <a:pt x="768" y="475"/>
                  </a:lnTo>
                  <a:lnTo>
                    <a:pt x="750" y="500"/>
                  </a:lnTo>
                  <a:lnTo>
                    <a:pt x="729" y="521"/>
                  </a:lnTo>
                  <a:lnTo>
                    <a:pt x="704" y="539"/>
                  </a:lnTo>
                  <a:lnTo>
                    <a:pt x="673" y="552"/>
                  </a:lnTo>
                  <a:lnTo>
                    <a:pt x="638" y="560"/>
                  </a:lnTo>
                  <a:lnTo>
                    <a:pt x="597" y="564"/>
                  </a:lnTo>
                  <a:lnTo>
                    <a:pt x="221" y="564"/>
                  </a:lnTo>
                  <a:lnTo>
                    <a:pt x="221" y="724"/>
                  </a:lnTo>
                  <a:lnTo>
                    <a:pt x="221" y="724"/>
                  </a:lnTo>
                  <a:lnTo>
                    <a:pt x="0" y="361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C7D22D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271463" y="2852738"/>
              <a:ext cx="1306513" cy="1149350"/>
            </a:xfrm>
            <a:custGeom>
              <a:avLst/>
              <a:gdLst>
                <a:gd name="T0" fmla="*/ 0 w 823"/>
                <a:gd name="T1" fmla="*/ 0 h 724"/>
                <a:gd name="T2" fmla="*/ 223 w 823"/>
                <a:gd name="T3" fmla="*/ 0 h 724"/>
                <a:gd name="T4" fmla="*/ 601 w 823"/>
                <a:gd name="T5" fmla="*/ 438 h 724"/>
                <a:gd name="T6" fmla="*/ 601 w 823"/>
                <a:gd name="T7" fmla="*/ 0 h 724"/>
                <a:gd name="T8" fmla="*/ 601 w 823"/>
                <a:gd name="T9" fmla="*/ 0 h 724"/>
                <a:gd name="T10" fmla="*/ 823 w 823"/>
                <a:gd name="T11" fmla="*/ 361 h 724"/>
                <a:gd name="T12" fmla="*/ 601 w 823"/>
                <a:gd name="T13" fmla="*/ 724 h 724"/>
                <a:gd name="T14" fmla="*/ 223 w 823"/>
                <a:gd name="T15" fmla="*/ 287 h 724"/>
                <a:gd name="T16" fmla="*/ 223 w 823"/>
                <a:gd name="T17" fmla="*/ 724 h 724"/>
                <a:gd name="T18" fmla="*/ 0 w 823"/>
                <a:gd name="T19" fmla="*/ 724 h 724"/>
                <a:gd name="T20" fmla="*/ 0 w 823"/>
                <a:gd name="T2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23" h="724">
                  <a:moveTo>
                    <a:pt x="0" y="0"/>
                  </a:moveTo>
                  <a:lnTo>
                    <a:pt x="223" y="0"/>
                  </a:lnTo>
                  <a:lnTo>
                    <a:pt x="601" y="438"/>
                  </a:lnTo>
                  <a:lnTo>
                    <a:pt x="601" y="0"/>
                  </a:lnTo>
                  <a:lnTo>
                    <a:pt x="601" y="0"/>
                  </a:lnTo>
                  <a:lnTo>
                    <a:pt x="823" y="361"/>
                  </a:lnTo>
                  <a:lnTo>
                    <a:pt x="601" y="724"/>
                  </a:lnTo>
                  <a:lnTo>
                    <a:pt x="223" y="287"/>
                  </a:lnTo>
                  <a:lnTo>
                    <a:pt x="223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D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8918358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Title an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226"/>
          <p:cNvSpPr>
            <a:spLocks noGrp="1" noChangeArrowheads="1"/>
          </p:cNvSpPr>
          <p:nvPr>
            <p:ph type="title"/>
          </p:nvPr>
        </p:nvSpPr>
        <p:spPr bwMode="auto">
          <a:xfrm>
            <a:off x="299524" y="280714"/>
            <a:ext cx="11663021" cy="65404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Text Placeholder 45"/>
          <p:cNvSpPr>
            <a:spLocks noGrp="1"/>
          </p:cNvSpPr>
          <p:nvPr>
            <p:ph type="body" sz="quarter" idx="10"/>
          </p:nvPr>
        </p:nvSpPr>
        <p:spPr>
          <a:xfrm>
            <a:off x="299522" y="1074188"/>
            <a:ext cx="5847277" cy="4667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5"/>
          <p:cNvSpPr>
            <a:spLocks noGrp="1"/>
          </p:cNvSpPr>
          <p:nvPr>
            <p:ph type="body" sz="quarter" idx="11"/>
          </p:nvPr>
        </p:nvSpPr>
        <p:spPr>
          <a:xfrm>
            <a:off x="6115268" y="1074188"/>
            <a:ext cx="5847277" cy="4667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4893012"/>
      </p:ext>
    </p:extLst>
  </p:cSld>
  <p:clrMapOvr>
    <a:masterClrMapping/>
  </p:clrMapOvr>
  <p:transition>
    <p:fade/>
  </p:transition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66" name="Rectangle 226"/>
          <p:cNvSpPr>
            <a:spLocks noGrp="1" noChangeArrowheads="1"/>
          </p:cNvSpPr>
          <p:nvPr>
            <p:ph type="title"/>
          </p:nvPr>
        </p:nvSpPr>
        <p:spPr bwMode="auto">
          <a:xfrm>
            <a:off x="300681" y="280713"/>
            <a:ext cx="11634385" cy="6540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Title Goes Here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1"/>
          </p:nvPr>
        </p:nvSpPr>
        <p:spPr>
          <a:xfrm>
            <a:off x="299523" y="1019916"/>
            <a:ext cx="11647054" cy="4666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5831090" y="6486574"/>
            <a:ext cx="3643043" cy="308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sz="1200" b="0" i="0" cap="all" baseline="0">
                <a:solidFill>
                  <a:schemeClr val="tx1">
                    <a:lumMod val="50000"/>
                    <a:lumOff val="50000"/>
                  </a:schemeClr>
                </a:solidFill>
              </a:rPr>
              <a:t>CONFIDENTIAL AND PROPRIETARY</a:t>
            </a:r>
          </a:p>
        </p:txBody>
      </p:sp>
      <p:sp>
        <p:nvSpPr>
          <p:cNvPr id="13" name="Slide Number Placeholder 1"/>
          <p:cNvSpPr txBox="1">
            <a:spLocks/>
          </p:cNvSpPr>
          <p:nvPr userDrawn="1"/>
        </p:nvSpPr>
        <p:spPr>
          <a:xfrm>
            <a:off x="9574066" y="6485736"/>
            <a:ext cx="596447" cy="277811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fld id="{9899D5D8-9A89-49C6-87E2-D5B81659BB09}" type="slidenum">
              <a:rPr lang="en-US" sz="1300" b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l"/>
              <a:t>‹#›</a:t>
            </a:fld>
            <a:endParaRPr lang="en-US" sz="1300" b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11235690" y="6430568"/>
            <a:ext cx="729052" cy="262604"/>
            <a:chOff x="271463" y="2852738"/>
            <a:chExt cx="3190876" cy="1149350"/>
          </a:xfrm>
        </p:grpSpPr>
        <p:sp>
          <p:nvSpPr>
            <p:cNvPr id="15" name="Freeform 6"/>
            <p:cNvSpPr>
              <a:spLocks/>
            </p:cNvSpPr>
            <p:nvPr/>
          </p:nvSpPr>
          <p:spPr bwMode="auto">
            <a:xfrm>
              <a:off x="1577976" y="2852738"/>
              <a:ext cx="609600" cy="1149350"/>
            </a:xfrm>
            <a:custGeom>
              <a:avLst/>
              <a:gdLst>
                <a:gd name="T0" fmla="*/ 0 w 384"/>
                <a:gd name="T1" fmla="*/ 0 h 724"/>
                <a:gd name="T2" fmla="*/ 41 w 384"/>
                <a:gd name="T3" fmla="*/ 0 h 724"/>
                <a:gd name="T4" fmla="*/ 192 w 384"/>
                <a:gd name="T5" fmla="*/ 241 h 724"/>
                <a:gd name="T6" fmla="*/ 341 w 384"/>
                <a:gd name="T7" fmla="*/ 0 h 724"/>
                <a:gd name="T8" fmla="*/ 382 w 384"/>
                <a:gd name="T9" fmla="*/ 0 h 724"/>
                <a:gd name="T10" fmla="*/ 382 w 384"/>
                <a:gd name="T11" fmla="*/ 723 h 724"/>
                <a:gd name="T12" fmla="*/ 384 w 384"/>
                <a:gd name="T13" fmla="*/ 724 h 724"/>
                <a:gd name="T14" fmla="*/ 341 w 384"/>
                <a:gd name="T15" fmla="*/ 724 h 724"/>
                <a:gd name="T16" fmla="*/ 192 w 384"/>
                <a:gd name="T17" fmla="*/ 483 h 724"/>
                <a:gd name="T18" fmla="*/ 41 w 384"/>
                <a:gd name="T19" fmla="*/ 724 h 724"/>
                <a:gd name="T20" fmla="*/ 0 w 384"/>
                <a:gd name="T21" fmla="*/ 724 h 724"/>
                <a:gd name="T22" fmla="*/ 0 w 384"/>
                <a:gd name="T2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84" h="724">
                  <a:moveTo>
                    <a:pt x="0" y="0"/>
                  </a:moveTo>
                  <a:lnTo>
                    <a:pt x="41" y="0"/>
                  </a:lnTo>
                  <a:lnTo>
                    <a:pt x="192" y="241"/>
                  </a:lnTo>
                  <a:lnTo>
                    <a:pt x="341" y="0"/>
                  </a:lnTo>
                  <a:lnTo>
                    <a:pt x="382" y="0"/>
                  </a:lnTo>
                  <a:lnTo>
                    <a:pt x="382" y="723"/>
                  </a:lnTo>
                  <a:lnTo>
                    <a:pt x="384" y="724"/>
                  </a:lnTo>
                  <a:lnTo>
                    <a:pt x="341" y="724"/>
                  </a:lnTo>
                  <a:lnTo>
                    <a:pt x="192" y="483"/>
                  </a:lnTo>
                  <a:lnTo>
                    <a:pt x="41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DB2D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7"/>
            <p:cNvSpPr>
              <a:spLocks/>
            </p:cNvSpPr>
            <p:nvPr/>
          </p:nvSpPr>
          <p:spPr bwMode="auto">
            <a:xfrm>
              <a:off x="1225551" y="2852738"/>
              <a:ext cx="352425" cy="1149350"/>
            </a:xfrm>
            <a:custGeom>
              <a:avLst/>
              <a:gdLst>
                <a:gd name="T0" fmla="*/ 0 w 222"/>
                <a:gd name="T1" fmla="*/ 0 h 724"/>
                <a:gd name="T2" fmla="*/ 222 w 222"/>
                <a:gd name="T3" fmla="*/ 0 h 724"/>
                <a:gd name="T4" fmla="*/ 222 w 222"/>
                <a:gd name="T5" fmla="*/ 724 h 724"/>
                <a:gd name="T6" fmla="*/ 0 w 222"/>
                <a:gd name="T7" fmla="*/ 724 h 724"/>
                <a:gd name="T8" fmla="*/ 222 w 222"/>
                <a:gd name="T9" fmla="*/ 361 h 724"/>
                <a:gd name="T10" fmla="*/ 0 w 222"/>
                <a:gd name="T1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2" h="724">
                  <a:moveTo>
                    <a:pt x="0" y="0"/>
                  </a:moveTo>
                  <a:lnTo>
                    <a:pt x="222" y="0"/>
                  </a:lnTo>
                  <a:lnTo>
                    <a:pt x="222" y="724"/>
                  </a:lnTo>
                  <a:lnTo>
                    <a:pt x="0" y="724"/>
                  </a:lnTo>
                  <a:lnTo>
                    <a:pt x="222" y="3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5843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8"/>
            <p:cNvSpPr>
              <a:spLocks/>
            </p:cNvSpPr>
            <p:nvPr/>
          </p:nvSpPr>
          <p:spPr bwMode="auto">
            <a:xfrm>
              <a:off x="2184401" y="2852738"/>
              <a:ext cx="354013" cy="1149350"/>
            </a:xfrm>
            <a:custGeom>
              <a:avLst/>
              <a:gdLst>
                <a:gd name="T0" fmla="*/ 0 w 223"/>
                <a:gd name="T1" fmla="*/ 0 h 724"/>
                <a:gd name="T2" fmla="*/ 223 w 223"/>
                <a:gd name="T3" fmla="*/ 0 h 724"/>
                <a:gd name="T4" fmla="*/ 2 w 223"/>
                <a:gd name="T5" fmla="*/ 361 h 724"/>
                <a:gd name="T6" fmla="*/ 223 w 223"/>
                <a:gd name="T7" fmla="*/ 724 h 724"/>
                <a:gd name="T8" fmla="*/ 2 w 223"/>
                <a:gd name="T9" fmla="*/ 724 h 724"/>
                <a:gd name="T10" fmla="*/ 0 w 223"/>
                <a:gd name="T11" fmla="*/ 723 h 724"/>
                <a:gd name="T12" fmla="*/ 0 w 223"/>
                <a:gd name="T1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3" h="724">
                  <a:moveTo>
                    <a:pt x="0" y="0"/>
                  </a:moveTo>
                  <a:lnTo>
                    <a:pt x="223" y="0"/>
                  </a:lnTo>
                  <a:lnTo>
                    <a:pt x="2" y="361"/>
                  </a:lnTo>
                  <a:lnTo>
                    <a:pt x="223" y="724"/>
                  </a:lnTo>
                  <a:lnTo>
                    <a:pt x="2" y="724"/>
                  </a:lnTo>
                  <a:lnTo>
                    <a:pt x="0" y="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983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auto">
            <a:xfrm>
              <a:off x="2187576" y="2852738"/>
              <a:ext cx="1274763" cy="1149350"/>
            </a:xfrm>
            <a:custGeom>
              <a:avLst/>
              <a:gdLst>
                <a:gd name="T0" fmla="*/ 221 w 803"/>
                <a:gd name="T1" fmla="*/ 179 h 724"/>
                <a:gd name="T2" fmla="*/ 221 w 803"/>
                <a:gd name="T3" fmla="*/ 383 h 724"/>
                <a:gd name="T4" fmla="*/ 523 w 803"/>
                <a:gd name="T5" fmla="*/ 383 h 724"/>
                <a:gd name="T6" fmla="*/ 543 w 803"/>
                <a:gd name="T7" fmla="*/ 382 h 724"/>
                <a:gd name="T8" fmla="*/ 560 w 803"/>
                <a:gd name="T9" fmla="*/ 374 h 724"/>
                <a:gd name="T10" fmla="*/ 573 w 803"/>
                <a:gd name="T11" fmla="*/ 361 h 724"/>
                <a:gd name="T12" fmla="*/ 583 w 803"/>
                <a:gd name="T13" fmla="*/ 346 h 724"/>
                <a:gd name="T14" fmla="*/ 589 w 803"/>
                <a:gd name="T15" fmla="*/ 329 h 724"/>
                <a:gd name="T16" fmla="*/ 594 w 803"/>
                <a:gd name="T17" fmla="*/ 310 h 724"/>
                <a:gd name="T18" fmla="*/ 596 w 803"/>
                <a:gd name="T19" fmla="*/ 292 h 724"/>
                <a:gd name="T20" fmla="*/ 596 w 803"/>
                <a:gd name="T21" fmla="*/ 256 h 724"/>
                <a:gd name="T22" fmla="*/ 592 w 803"/>
                <a:gd name="T23" fmla="*/ 233 h 724"/>
                <a:gd name="T24" fmla="*/ 586 w 803"/>
                <a:gd name="T25" fmla="*/ 215 h 724"/>
                <a:gd name="T26" fmla="*/ 574 w 803"/>
                <a:gd name="T27" fmla="*/ 200 h 724"/>
                <a:gd name="T28" fmla="*/ 558 w 803"/>
                <a:gd name="T29" fmla="*/ 188 h 724"/>
                <a:gd name="T30" fmla="*/ 533 w 803"/>
                <a:gd name="T31" fmla="*/ 182 h 724"/>
                <a:gd name="T32" fmla="*/ 504 w 803"/>
                <a:gd name="T33" fmla="*/ 179 h 724"/>
                <a:gd name="T34" fmla="*/ 221 w 803"/>
                <a:gd name="T35" fmla="*/ 179 h 724"/>
                <a:gd name="T36" fmla="*/ 221 w 803"/>
                <a:gd name="T37" fmla="*/ 0 h 724"/>
                <a:gd name="T38" fmla="*/ 540 w 803"/>
                <a:gd name="T39" fmla="*/ 0 h 724"/>
                <a:gd name="T40" fmla="*/ 589 w 803"/>
                <a:gd name="T41" fmla="*/ 2 h 724"/>
                <a:gd name="T42" fmla="*/ 633 w 803"/>
                <a:gd name="T43" fmla="*/ 8 h 724"/>
                <a:gd name="T44" fmla="*/ 670 w 803"/>
                <a:gd name="T45" fmla="*/ 18 h 724"/>
                <a:gd name="T46" fmla="*/ 702 w 803"/>
                <a:gd name="T47" fmla="*/ 33 h 724"/>
                <a:gd name="T48" fmla="*/ 729 w 803"/>
                <a:gd name="T49" fmla="*/ 49 h 724"/>
                <a:gd name="T50" fmla="*/ 750 w 803"/>
                <a:gd name="T51" fmla="*/ 70 h 724"/>
                <a:gd name="T52" fmla="*/ 768 w 803"/>
                <a:gd name="T53" fmla="*/ 93 h 724"/>
                <a:gd name="T54" fmla="*/ 781 w 803"/>
                <a:gd name="T55" fmla="*/ 120 h 724"/>
                <a:gd name="T56" fmla="*/ 791 w 803"/>
                <a:gd name="T57" fmla="*/ 149 h 724"/>
                <a:gd name="T58" fmla="*/ 798 w 803"/>
                <a:gd name="T59" fmla="*/ 180 h 724"/>
                <a:gd name="T60" fmla="*/ 803 w 803"/>
                <a:gd name="T61" fmla="*/ 213 h 724"/>
                <a:gd name="T62" fmla="*/ 803 w 803"/>
                <a:gd name="T63" fmla="*/ 247 h 724"/>
                <a:gd name="T64" fmla="*/ 803 w 803"/>
                <a:gd name="T65" fmla="*/ 333 h 724"/>
                <a:gd name="T66" fmla="*/ 803 w 803"/>
                <a:gd name="T67" fmla="*/ 361 h 724"/>
                <a:gd name="T68" fmla="*/ 798 w 803"/>
                <a:gd name="T69" fmla="*/ 392 h 724"/>
                <a:gd name="T70" fmla="*/ 791 w 803"/>
                <a:gd name="T71" fmla="*/ 421 h 724"/>
                <a:gd name="T72" fmla="*/ 781 w 803"/>
                <a:gd name="T73" fmla="*/ 449 h 724"/>
                <a:gd name="T74" fmla="*/ 768 w 803"/>
                <a:gd name="T75" fmla="*/ 475 h 724"/>
                <a:gd name="T76" fmla="*/ 750 w 803"/>
                <a:gd name="T77" fmla="*/ 500 h 724"/>
                <a:gd name="T78" fmla="*/ 729 w 803"/>
                <a:gd name="T79" fmla="*/ 521 h 724"/>
                <a:gd name="T80" fmla="*/ 704 w 803"/>
                <a:gd name="T81" fmla="*/ 539 h 724"/>
                <a:gd name="T82" fmla="*/ 673 w 803"/>
                <a:gd name="T83" fmla="*/ 552 h 724"/>
                <a:gd name="T84" fmla="*/ 638 w 803"/>
                <a:gd name="T85" fmla="*/ 560 h 724"/>
                <a:gd name="T86" fmla="*/ 597 w 803"/>
                <a:gd name="T87" fmla="*/ 564 h 724"/>
                <a:gd name="T88" fmla="*/ 221 w 803"/>
                <a:gd name="T89" fmla="*/ 564 h 724"/>
                <a:gd name="T90" fmla="*/ 221 w 803"/>
                <a:gd name="T91" fmla="*/ 724 h 724"/>
                <a:gd name="T92" fmla="*/ 221 w 803"/>
                <a:gd name="T93" fmla="*/ 724 h 724"/>
                <a:gd name="T94" fmla="*/ 0 w 803"/>
                <a:gd name="T95" fmla="*/ 361 h 724"/>
                <a:gd name="T96" fmla="*/ 221 w 803"/>
                <a:gd name="T97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03" h="724">
                  <a:moveTo>
                    <a:pt x="221" y="179"/>
                  </a:moveTo>
                  <a:lnTo>
                    <a:pt x="221" y="383"/>
                  </a:lnTo>
                  <a:lnTo>
                    <a:pt x="523" y="383"/>
                  </a:lnTo>
                  <a:lnTo>
                    <a:pt x="543" y="382"/>
                  </a:lnTo>
                  <a:lnTo>
                    <a:pt x="560" y="374"/>
                  </a:lnTo>
                  <a:lnTo>
                    <a:pt x="573" y="361"/>
                  </a:lnTo>
                  <a:lnTo>
                    <a:pt x="583" y="346"/>
                  </a:lnTo>
                  <a:lnTo>
                    <a:pt x="589" y="329"/>
                  </a:lnTo>
                  <a:lnTo>
                    <a:pt x="594" y="310"/>
                  </a:lnTo>
                  <a:lnTo>
                    <a:pt x="596" y="292"/>
                  </a:lnTo>
                  <a:lnTo>
                    <a:pt x="596" y="256"/>
                  </a:lnTo>
                  <a:lnTo>
                    <a:pt x="592" y="233"/>
                  </a:lnTo>
                  <a:lnTo>
                    <a:pt x="586" y="215"/>
                  </a:lnTo>
                  <a:lnTo>
                    <a:pt x="574" y="200"/>
                  </a:lnTo>
                  <a:lnTo>
                    <a:pt x="558" y="188"/>
                  </a:lnTo>
                  <a:lnTo>
                    <a:pt x="533" y="182"/>
                  </a:lnTo>
                  <a:lnTo>
                    <a:pt x="504" y="179"/>
                  </a:lnTo>
                  <a:lnTo>
                    <a:pt x="221" y="179"/>
                  </a:lnTo>
                  <a:close/>
                  <a:moveTo>
                    <a:pt x="221" y="0"/>
                  </a:moveTo>
                  <a:lnTo>
                    <a:pt x="540" y="0"/>
                  </a:lnTo>
                  <a:lnTo>
                    <a:pt x="589" y="2"/>
                  </a:lnTo>
                  <a:lnTo>
                    <a:pt x="633" y="8"/>
                  </a:lnTo>
                  <a:lnTo>
                    <a:pt x="670" y="18"/>
                  </a:lnTo>
                  <a:lnTo>
                    <a:pt x="702" y="33"/>
                  </a:lnTo>
                  <a:lnTo>
                    <a:pt x="729" y="49"/>
                  </a:lnTo>
                  <a:lnTo>
                    <a:pt x="750" y="70"/>
                  </a:lnTo>
                  <a:lnTo>
                    <a:pt x="768" y="93"/>
                  </a:lnTo>
                  <a:lnTo>
                    <a:pt x="781" y="120"/>
                  </a:lnTo>
                  <a:lnTo>
                    <a:pt x="791" y="149"/>
                  </a:lnTo>
                  <a:lnTo>
                    <a:pt x="798" y="180"/>
                  </a:lnTo>
                  <a:lnTo>
                    <a:pt x="803" y="213"/>
                  </a:lnTo>
                  <a:lnTo>
                    <a:pt x="803" y="247"/>
                  </a:lnTo>
                  <a:lnTo>
                    <a:pt x="803" y="333"/>
                  </a:lnTo>
                  <a:lnTo>
                    <a:pt x="803" y="361"/>
                  </a:lnTo>
                  <a:lnTo>
                    <a:pt x="798" y="392"/>
                  </a:lnTo>
                  <a:lnTo>
                    <a:pt x="791" y="421"/>
                  </a:lnTo>
                  <a:lnTo>
                    <a:pt x="781" y="449"/>
                  </a:lnTo>
                  <a:lnTo>
                    <a:pt x="768" y="475"/>
                  </a:lnTo>
                  <a:lnTo>
                    <a:pt x="750" y="500"/>
                  </a:lnTo>
                  <a:lnTo>
                    <a:pt x="729" y="521"/>
                  </a:lnTo>
                  <a:lnTo>
                    <a:pt x="704" y="539"/>
                  </a:lnTo>
                  <a:lnTo>
                    <a:pt x="673" y="552"/>
                  </a:lnTo>
                  <a:lnTo>
                    <a:pt x="638" y="560"/>
                  </a:lnTo>
                  <a:lnTo>
                    <a:pt x="597" y="564"/>
                  </a:lnTo>
                  <a:lnTo>
                    <a:pt x="221" y="564"/>
                  </a:lnTo>
                  <a:lnTo>
                    <a:pt x="221" y="724"/>
                  </a:lnTo>
                  <a:lnTo>
                    <a:pt x="221" y="724"/>
                  </a:lnTo>
                  <a:lnTo>
                    <a:pt x="0" y="361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C7D22D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/>
            <p:cNvSpPr>
              <a:spLocks/>
            </p:cNvSpPr>
            <p:nvPr/>
          </p:nvSpPr>
          <p:spPr bwMode="auto">
            <a:xfrm>
              <a:off x="271463" y="2852738"/>
              <a:ext cx="1306513" cy="1149350"/>
            </a:xfrm>
            <a:custGeom>
              <a:avLst/>
              <a:gdLst>
                <a:gd name="T0" fmla="*/ 0 w 823"/>
                <a:gd name="T1" fmla="*/ 0 h 724"/>
                <a:gd name="T2" fmla="*/ 223 w 823"/>
                <a:gd name="T3" fmla="*/ 0 h 724"/>
                <a:gd name="T4" fmla="*/ 601 w 823"/>
                <a:gd name="T5" fmla="*/ 438 h 724"/>
                <a:gd name="T6" fmla="*/ 601 w 823"/>
                <a:gd name="T7" fmla="*/ 0 h 724"/>
                <a:gd name="T8" fmla="*/ 601 w 823"/>
                <a:gd name="T9" fmla="*/ 0 h 724"/>
                <a:gd name="T10" fmla="*/ 823 w 823"/>
                <a:gd name="T11" fmla="*/ 361 h 724"/>
                <a:gd name="T12" fmla="*/ 601 w 823"/>
                <a:gd name="T13" fmla="*/ 724 h 724"/>
                <a:gd name="T14" fmla="*/ 223 w 823"/>
                <a:gd name="T15" fmla="*/ 287 h 724"/>
                <a:gd name="T16" fmla="*/ 223 w 823"/>
                <a:gd name="T17" fmla="*/ 724 h 724"/>
                <a:gd name="T18" fmla="*/ 0 w 823"/>
                <a:gd name="T19" fmla="*/ 724 h 724"/>
                <a:gd name="T20" fmla="*/ 0 w 823"/>
                <a:gd name="T2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23" h="724">
                  <a:moveTo>
                    <a:pt x="0" y="0"/>
                  </a:moveTo>
                  <a:lnTo>
                    <a:pt x="223" y="0"/>
                  </a:lnTo>
                  <a:lnTo>
                    <a:pt x="601" y="438"/>
                  </a:lnTo>
                  <a:lnTo>
                    <a:pt x="601" y="0"/>
                  </a:lnTo>
                  <a:lnTo>
                    <a:pt x="601" y="0"/>
                  </a:lnTo>
                  <a:lnTo>
                    <a:pt x="823" y="361"/>
                  </a:lnTo>
                  <a:lnTo>
                    <a:pt x="601" y="724"/>
                  </a:lnTo>
                  <a:lnTo>
                    <a:pt x="223" y="287"/>
                  </a:lnTo>
                  <a:lnTo>
                    <a:pt x="223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D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cxnSp>
        <p:nvCxnSpPr>
          <p:cNvPr id="21" name="Straight Connector 20"/>
          <p:cNvCxnSpPr/>
          <p:nvPr userDrawn="1"/>
        </p:nvCxnSpPr>
        <p:spPr>
          <a:xfrm>
            <a:off x="9505828" y="6526189"/>
            <a:ext cx="0" cy="20471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94B2195-17A4-94F0-65F4-BA4D6195854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4688" y="6642100"/>
            <a:ext cx="70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NXP Internal</a:t>
            </a:r>
          </a:p>
        </p:txBody>
      </p:sp>
    </p:spTree>
    <p:extLst>
      <p:ext uri="{BB962C8B-B14F-4D97-AF65-F5344CB8AC3E}">
        <p14:creationId xmlns:p14="http://schemas.microsoft.com/office/powerpoint/2010/main" val="2289545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777" r:id="rId2"/>
    <p:sldLayoutId id="2147483775" r:id="rId3"/>
    <p:sldLayoutId id="2147483813" r:id="rId4"/>
    <p:sldLayoutId id="2147483787" r:id="rId5"/>
    <p:sldLayoutId id="2147483811" r:id="rId6"/>
    <p:sldLayoutId id="2147483809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816" r:id="rId13"/>
    <p:sldLayoutId id="2147483817" r:id="rId14"/>
    <p:sldLayoutId id="2147483818" r:id="rId15"/>
    <p:sldLayoutId id="2147483819" r:id="rId16"/>
    <p:sldLayoutId id="2147483820" r:id="rId17"/>
    <p:sldLayoutId id="2147483821" r:id="rId18"/>
  </p:sldLayoutIdLst>
  <p:transition>
    <p:fade/>
  </p:transition>
  <p:hf hdr="0" ftr="0" dt="0"/>
  <p:txStyles>
    <p:titleStyle>
      <a:lvl1pPr algn="l" rtl="0" fontAlgn="base">
        <a:lnSpc>
          <a:spcPct val="100000"/>
        </a:lnSpc>
        <a:spcBef>
          <a:spcPct val="0"/>
        </a:spcBef>
        <a:spcAft>
          <a:spcPct val="0"/>
        </a:spcAft>
        <a:defRPr lang="en-US" sz="2900" b="1" kern="1200" dirty="0" smtClean="0">
          <a:solidFill>
            <a:schemeClr val="tx1">
              <a:lumMod val="75000"/>
              <a:lumOff val="25000"/>
            </a:schemeClr>
          </a:solidFill>
          <a:effectLst/>
          <a:latin typeface="Arial" charset="0"/>
          <a:ea typeface="+mn-ea"/>
          <a:cs typeface="+mn-cs"/>
        </a:defRPr>
      </a:lvl1pPr>
      <a:lvl2pPr algn="r" rtl="0" fontAlgn="base">
        <a:lnSpc>
          <a:spcPct val="85000"/>
        </a:lnSpc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2pPr>
      <a:lvl3pPr algn="r" rtl="0" fontAlgn="base">
        <a:lnSpc>
          <a:spcPct val="85000"/>
        </a:lnSpc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3pPr>
      <a:lvl4pPr algn="r" rtl="0" fontAlgn="base">
        <a:lnSpc>
          <a:spcPct val="85000"/>
        </a:lnSpc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4pPr>
      <a:lvl5pPr algn="r" rtl="0" fontAlgn="base">
        <a:lnSpc>
          <a:spcPct val="85000"/>
        </a:lnSpc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5pPr>
      <a:lvl6pPr marL="457200" algn="r" rtl="0" fontAlgn="base">
        <a:lnSpc>
          <a:spcPct val="85000"/>
        </a:lnSpc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6pPr>
      <a:lvl7pPr marL="914400" algn="r" rtl="0" fontAlgn="base">
        <a:lnSpc>
          <a:spcPct val="85000"/>
        </a:lnSpc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7pPr>
      <a:lvl8pPr marL="1371600" algn="r" rtl="0" fontAlgn="base">
        <a:lnSpc>
          <a:spcPct val="85000"/>
        </a:lnSpc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8pPr>
      <a:lvl9pPr marL="1828800" algn="r" rtl="0" fontAlgn="base">
        <a:lnSpc>
          <a:spcPct val="85000"/>
        </a:lnSpc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9pPr>
    </p:titleStyle>
    <p:bodyStyle>
      <a:lvl1pPr marL="233363" indent="-233363" algn="l" rtl="0" fontAlgn="base">
        <a:lnSpc>
          <a:spcPct val="100000"/>
        </a:lnSpc>
        <a:spcBef>
          <a:spcPts val="575"/>
        </a:spcBef>
        <a:spcAft>
          <a:spcPts val="75"/>
        </a:spcAft>
        <a:buClr>
          <a:schemeClr val="tx1">
            <a:lumMod val="85000"/>
            <a:lumOff val="15000"/>
          </a:schemeClr>
        </a:buClr>
        <a:buSzPct val="80000"/>
        <a:buFont typeface="Arial" pitchFamily="34" charset="0"/>
        <a:buChar char="•"/>
        <a:defRPr sz="2400" b="0">
          <a:solidFill>
            <a:srgbClr val="000000"/>
          </a:solidFill>
          <a:latin typeface="+mn-lt"/>
          <a:ea typeface="+mn-ea"/>
          <a:cs typeface="+mn-cs"/>
        </a:defRPr>
      </a:lvl1pPr>
      <a:lvl2pPr marL="401638" indent="-168275" algn="l" rtl="0" fontAlgn="base">
        <a:lnSpc>
          <a:spcPct val="100000"/>
        </a:lnSpc>
        <a:spcBef>
          <a:spcPts val="575"/>
        </a:spcBef>
        <a:spcAft>
          <a:spcPts val="75"/>
        </a:spcAft>
        <a:buClr>
          <a:schemeClr val="tx1"/>
        </a:buClr>
        <a:buSzPct val="80000"/>
        <a:buFont typeface="Arial" pitchFamily="34" charset="0"/>
        <a:buChar char="−"/>
        <a:defRPr sz="2200">
          <a:solidFill>
            <a:srgbClr val="000000"/>
          </a:solidFill>
          <a:latin typeface="+mn-lt"/>
        </a:defRPr>
      </a:lvl2pPr>
      <a:lvl3pPr marL="569913" indent="-168275" algn="l" rtl="0" fontAlgn="base">
        <a:lnSpc>
          <a:spcPct val="100000"/>
        </a:lnSpc>
        <a:spcBef>
          <a:spcPts val="575"/>
        </a:spcBef>
        <a:spcAft>
          <a:spcPts val="75"/>
        </a:spcAft>
        <a:buClr>
          <a:schemeClr val="tx1"/>
        </a:buClr>
        <a:buSzPct val="80000"/>
        <a:buFont typeface="Wingdings" pitchFamily="2" charset="2"/>
        <a:buChar char="§"/>
        <a:defRPr sz="2000">
          <a:solidFill>
            <a:srgbClr val="000000"/>
          </a:solidFill>
          <a:latin typeface="+mn-lt"/>
        </a:defRPr>
      </a:lvl3pPr>
      <a:lvl4pPr marL="746125" indent="-176213" algn="l" rtl="0" fontAlgn="base">
        <a:lnSpc>
          <a:spcPct val="100000"/>
        </a:lnSpc>
        <a:spcBef>
          <a:spcPts val="575"/>
        </a:spcBef>
        <a:spcAft>
          <a:spcPts val="75"/>
        </a:spcAft>
        <a:buClr>
          <a:schemeClr val="tx1"/>
        </a:buClr>
        <a:buSzPct val="80000"/>
        <a:buFont typeface="Arial" pitchFamily="34" charset="0"/>
        <a:buChar char="•"/>
        <a:defRPr sz="1800">
          <a:solidFill>
            <a:srgbClr val="000000"/>
          </a:solidFill>
          <a:latin typeface="+mn-lt"/>
        </a:defRPr>
      </a:lvl4pPr>
      <a:lvl5pPr marL="969963" indent="-223838" algn="l" rtl="0" fontAlgn="base">
        <a:lnSpc>
          <a:spcPct val="100000"/>
        </a:lnSpc>
        <a:spcBef>
          <a:spcPts val="575"/>
        </a:spcBef>
        <a:spcAft>
          <a:spcPts val="75"/>
        </a:spcAft>
        <a:buClr>
          <a:schemeClr val="tx1"/>
        </a:buClr>
        <a:buSzPct val="70000"/>
        <a:buFont typeface="Arial" pitchFamily="34" charset="0"/>
        <a:buChar char="−"/>
        <a:defRPr sz="1600">
          <a:solidFill>
            <a:srgbClr val="000000"/>
          </a:solidFill>
          <a:latin typeface="+mn-lt"/>
        </a:defRPr>
      </a:lvl5pPr>
      <a:lvl6pPr marL="2230438" indent="-157163" algn="l" rtl="0" fontAlgn="base">
        <a:spcBef>
          <a:spcPct val="20000"/>
        </a:spcBef>
        <a:spcAft>
          <a:spcPct val="3000"/>
        </a:spcAft>
        <a:buClr>
          <a:schemeClr val="tx1"/>
        </a:buClr>
        <a:buSzPct val="70000"/>
        <a:buFont typeface="Arial" charset="0"/>
        <a:buChar char="►"/>
        <a:defRPr sz="1400">
          <a:solidFill>
            <a:srgbClr val="000000"/>
          </a:solidFill>
          <a:latin typeface="+mn-lt"/>
        </a:defRPr>
      </a:lvl6pPr>
      <a:lvl7pPr marL="2687638" indent="-157163" algn="l" rtl="0" fontAlgn="base">
        <a:spcBef>
          <a:spcPct val="20000"/>
        </a:spcBef>
        <a:spcAft>
          <a:spcPct val="3000"/>
        </a:spcAft>
        <a:buClr>
          <a:schemeClr val="tx1"/>
        </a:buClr>
        <a:buSzPct val="70000"/>
        <a:buFont typeface="Arial" charset="0"/>
        <a:buChar char="►"/>
        <a:defRPr sz="1400">
          <a:solidFill>
            <a:srgbClr val="000000"/>
          </a:solidFill>
          <a:latin typeface="+mn-lt"/>
        </a:defRPr>
      </a:lvl7pPr>
      <a:lvl8pPr marL="3144838" indent="-157163" algn="l" rtl="0" fontAlgn="base">
        <a:spcBef>
          <a:spcPct val="20000"/>
        </a:spcBef>
        <a:spcAft>
          <a:spcPct val="3000"/>
        </a:spcAft>
        <a:buClr>
          <a:schemeClr val="tx1"/>
        </a:buClr>
        <a:buSzPct val="70000"/>
        <a:buFont typeface="Arial" charset="0"/>
        <a:buChar char="►"/>
        <a:defRPr sz="1400">
          <a:solidFill>
            <a:srgbClr val="000000"/>
          </a:solidFill>
          <a:latin typeface="+mn-lt"/>
        </a:defRPr>
      </a:lvl8pPr>
      <a:lvl9pPr marL="3602038" indent="-157163" algn="l" rtl="0" fontAlgn="base">
        <a:spcBef>
          <a:spcPct val="20000"/>
        </a:spcBef>
        <a:spcAft>
          <a:spcPct val="3000"/>
        </a:spcAft>
        <a:buClr>
          <a:schemeClr val="tx1"/>
        </a:buClr>
        <a:buSzPct val="70000"/>
        <a:buFont typeface="Arial" charset="0"/>
        <a:buChar char="►"/>
        <a:defRPr sz="1400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 userDrawn="1"/>
        </p:nvGrpSpPr>
        <p:grpSpPr>
          <a:xfrm>
            <a:off x="3364707" y="1282700"/>
            <a:ext cx="5462587" cy="3566691"/>
            <a:chOff x="3364707" y="1739900"/>
            <a:chExt cx="5462587" cy="3566691"/>
          </a:xfrm>
        </p:grpSpPr>
        <p:grpSp>
          <p:nvGrpSpPr>
            <p:cNvPr id="52" name="Group 51"/>
            <p:cNvGrpSpPr/>
            <p:nvPr userDrawn="1"/>
          </p:nvGrpSpPr>
          <p:grpSpPr>
            <a:xfrm>
              <a:off x="3751325" y="1739900"/>
              <a:ext cx="4689351" cy="1689100"/>
              <a:chOff x="271463" y="2852738"/>
              <a:chExt cx="3190876" cy="1149350"/>
            </a:xfrm>
          </p:grpSpPr>
          <p:sp>
            <p:nvSpPr>
              <p:cNvPr id="89" name="Freeform 6"/>
              <p:cNvSpPr>
                <a:spLocks/>
              </p:cNvSpPr>
              <p:nvPr/>
            </p:nvSpPr>
            <p:spPr bwMode="auto">
              <a:xfrm>
                <a:off x="1577976" y="2852738"/>
                <a:ext cx="609600" cy="1149350"/>
              </a:xfrm>
              <a:custGeom>
                <a:avLst/>
                <a:gdLst>
                  <a:gd name="T0" fmla="*/ 0 w 384"/>
                  <a:gd name="T1" fmla="*/ 0 h 724"/>
                  <a:gd name="T2" fmla="*/ 41 w 384"/>
                  <a:gd name="T3" fmla="*/ 0 h 724"/>
                  <a:gd name="T4" fmla="*/ 192 w 384"/>
                  <a:gd name="T5" fmla="*/ 241 h 724"/>
                  <a:gd name="T6" fmla="*/ 341 w 384"/>
                  <a:gd name="T7" fmla="*/ 0 h 724"/>
                  <a:gd name="T8" fmla="*/ 382 w 384"/>
                  <a:gd name="T9" fmla="*/ 0 h 724"/>
                  <a:gd name="T10" fmla="*/ 382 w 384"/>
                  <a:gd name="T11" fmla="*/ 723 h 724"/>
                  <a:gd name="T12" fmla="*/ 384 w 384"/>
                  <a:gd name="T13" fmla="*/ 724 h 724"/>
                  <a:gd name="T14" fmla="*/ 341 w 384"/>
                  <a:gd name="T15" fmla="*/ 724 h 724"/>
                  <a:gd name="T16" fmla="*/ 192 w 384"/>
                  <a:gd name="T17" fmla="*/ 483 h 724"/>
                  <a:gd name="T18" fmla="*/ 41 w 384"/>
                  <a:gd name="T19" fmla="*/ 724 h 724"/>
                  <a:gd name="T20" fmla="*/ 0 w 384"/>
                  <a:gd name="T21" fmla="*/ 724 h 724"/>
                  <a:gd name="T22" fmla="*/ 0 w 384"/>
                  <a:gd name="T23" fmla="*/ 0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84" h="724">
                    <a:moveTo>
                      <a:pt x="0" y="0"/>
                    </a:moveTo>
                    <a:lnTo>
                      <a:pt x="41" y="0"/>
                    </a:lnTo>
                    <a:lnTo>
                      <a:pt x="192" y="241"/>
                    </a:lnTo>
                    <a:lnTo>
                      <a:pt x="341" y="0"/>
                    </a:lnTo>
                    <a:lnTo>
                      <a:pt x="382" y="0"/>
                    </a:lnTo>
                    <a:lnTo>
                      <a:pt x="382" y="723"/>
                    </a:lnTo>
                    <a:lnTo>
                      <a:pt x="384" y="724"/>
                    </a:lnTo>
                    <a:lnTo>
                      <a:pt x="341" y="724"/>
                    </a:lnTo>
                    <a:lnTo>
                      <a:pt x="192" y="483"/>
                    </a:lnTo>
                    <a:lnTo>
                      <a:pt x="41" y="724"/>
                    </a:lnTo>
                    <a:lnTo>
                      <a:pt x="0" y="7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DB2DB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7"/>
              <p:cNvSpPr>
                <a:spLocks/>
              </p:cNvSpPr>
              <p:nvPr/>
            </p:nvSpPr>
            <p:spPr bwMode="auto">
              <a:xfrm>
                <a:off x="1225551" y="2852738"/>
                <a:ext cx="352425" cy="1149350"/>
              </a:xfrm>
              <a:custGeom>
                <a:avLst/>
                <a:gdLst>
                  <a:gd name="T0" fmla="*/ 0 w 222"/>
                  <a:gd name="T1" fmla="*/ 0 h 724"/>
                  <a:gd name="T2" fmla="*/ 222 w 222"/>
                  <a:gd name="T3" fmla="*/ 0 h 724"/>
                  <a:gd name="T4" fmla="*/ 222 w 222"/>
                  <a:gd name="T5" fmla="*/ 724 h 724"/>
                  <a:gd name="T6" fmla="*/ 0 w 222"/>
                  <a:gd name="T7" fmla="*/ 724 h 724"/>
                  <a:gd name="T8" fmla="*/ 222 w 222"/>
                  <a:gd name="T9" fmla="*/ 361 h 724"/>
                  <a:gd name="T10" fmla="*/ 0 w 222"/>
                  <a:gd name="T11" fmla="*/ 0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2" h="724">
                    <a:moveTo>
                      <a:pt x="0" y="0"/>
                    </a:moveTo>
                    <a:lnTo>
                      <a:pt x="222" y="0"/>
                    </a:lnTo>
                    <a:lnTo>
                      <a:pt x="222" y="724"/>
                    </a:lnTo>
                    <a:lnTo>
                      <a:pt x="0" y="724"/>
                    </a:lnTo>
                    <a:lnTo>
                      <a:pt x="222" y="3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5843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8"/>
              <p:cNvSpPr>
                <a:spLocks/>
              </p:cNvSpPr>
              <p:nvPr/>
            </p:nvSpPr>
            <p:spPr bwMode="auto">
              <a:xfrm>
                <a:off x="2184401" y="2852738"/>
                <a:ext cx="354013" cy="1149350"/>
              </a:xfrm>
              <a:custGeom>
                <a:avLst/>
                <a:gdLst>
                  <a:gd name="T0" fmla="*/ 0 w 223"/>
                  <a:gd name="T1" fmla="*/ 0 h 724"/>
                  <a:gd name="T2" fmla="*/ 223 w 223"/>
                  <a:gd name="T3" fmla="*/ 0 h 724"/>
                  <a:gd name="T4" fmla="*/ 2 w 223"/>
                  <a:gd name="T5" fmla="*/ 361 h 724"/>
                  <a:gd name="T6" fmla="*/ 223 w 223"/>
                  <a:gd name="T7" fmla="*/ 724 h 724"/>
                  <a:gd name="T8" fmla="*/ 2 w 223"/>
                  <a:gd name="T9" fmla="*/ 724 h 724"/>
                  <a:gd name="T10" fmla="*/ 0 w 223"/>
                  <a:gd name="T11" fmla="*/ 723 h 724"/>
                  <a:gd name="T12" fmla="*/ 0 w 223"/>
                  <a:gd name="T13" fmla="*/ 0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3" h="724">
                    <a:moveTo>
                      <a:pt x="0" y="0"/>
                    </a:moveTo>
                    <a:lnTo>
                      <a:pt x="223" y="0"/>
                    </a:lnTo>
                    <a:lnTo>
                      <a:pt x="2" y="361"/>
                    </a:lnTo>
                    <a:lnTo>
                      <a:pt x="223" y="724"/>
                    </a:lnTo>
                    <a:lnTo>
                      <a:pt x="2" y="724"/>
                    </a:lnTo>
                    <a:lnTo>
                      <a:pt x="0" y="7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3983E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9"/>
              <p:cNvSpPr>
                <a:spLocks noEditPoints="1"/>
              </p:cNvSpPr>
              <p:nvPr/>
            </p:nvSpPr>
            <p:spPr bwMode="auto">
              <a:xfrm>
                <a:off x="2187576" y="2852738"/>
                <a:ext cx="1274763" cy="1149350"/>
              </a:xfrm>
              <a:custGeom>
                <a:avLst/>
                <a:gdLst>
                  <a:gd name="T0" fmla="*/ 221 w 803"/>
                  <a:gd name="T1" fmla="*/ 179 h 724"/>
                  <a:gd name="T2" fmla="*/ 221 w 803"/>
                  <a:gd name="T3" fmla="*/ 383 h 724"/>
                  <a:gd name="T4" fmla="*/ 523 w 803"/>
                  <a:gd name="T5" fmla="*/ 383 h 724"/>
                  <a:gd name="T6" fmla="*/ 543 w 803"/>
                  <a:gd name="T7" fmla="*/ 382 h 724"/>
                  <a:gd name="T8" fmla="*/ 560 w 803"/>
                  <a:gd name="T9" fmla="*/ 374 h 724"/>
                  <a:gd name="T10" fmla="*/ 573 w 803"/>
                  <a:gd name="T11" fmla="*/ 361 h 724"/>
                  <a:gd name="T12" fmla="*/ 583 w 803"/>
                  <a:gd name="T13" fmla="*/ 346 h 724"/>
                  <a:gd name="T14" fmla="*/ 589 w 803"/>
                  <a:gd name="T15" fmla="*/ 329 h 724"/>
                  <a:gd name="T16" fmla="*/ 594 w 803"/>
                  <a:gd name="T17" fmla="*/ 310 h 724"/>
                  <a:gd name="T18" fmla="*/ 596 w 803"/>
                  <a:gd name="T19" fmla="*/ 292 h 724"/>
                  <a:gd name="T20" fmla="*/ 596 w 803"/>
                  <a:gd name="T21" fmla="*/ 256 h 724"/>
                  <a:gd name="T22" fmla="*/ 592 w 803"/>
                  <a:gd name="T23" fmla="*/ 233 h 724"/>
                  <a:gd name="T24" fmla="*/ 586 w 803"/>
                  <a:gd name="T25" fmla="*/ 215 h 724"/>
                  <a:gd name="T26" fmla="*/ 574 w 803"/>
                  <a:gd name="T27" fmla="*/ 200 h 724"/>
                  <a:gd name="T28" fmla="*/ 558 w 803"/>
                  <a:gd name="T29" fmla="*/ 188 h 724"/>
                  <a:gd name="T30" fmla="*/ 533 w 803"/>
                  <a:gd name="T31" fmla="*/ 182 h 724"/>
                  <a:gd name="T32" fmla="*/ 504 w 803"/>
                  <a:gd name="T33" fmla="*/ 179 h 724"/>
                  <a:gd name="T34" fmla="*/ 221 w 803"/>
                  <a:gd name="T35" fmla="*/ 179 h 724"/>
                  <a:gd name="T36" fmla="*/ 221 w 803"/>
                  <a:gd name="T37" fmla="*/ 0 h 724"/>
                  <a:gd name="T38" fmla="*/ 540 w 803"/>
                  <a:gd name="T39" fmla="*/ 0 h 724"/>
                  <a:gd name="T40" fmla="*/ 589 w 803"/>
                  <a:gd name="T41" fmla="*/ 2 h 724"/>
                  <a:gd name="T42" fmla="*/ 633 w 803"/>
                  <a:gd name="T43" fmla="*/ 8 h 724"/>
                  <a:gd name="T44" fmla="*/ 670 w 803"/>
                  <a:gd name="T45" fmla="*/ 18 h 724"/>
                  <a:gd name="T46" fmla="*/ 702 w 803"/>
                  <a:gd name="T47" fmla="*/ 33 h 724"/>
                  <a:gd name="T48" fmla="*/ 729 w 803"/>
                  <a:gd name="T49" fmla="*/ 49 h 724"/>
                  <a:gd name="T50" fmla="*/ 750 w 803"/>
                  <a:gd name="T51" fmla="*/ 70 h 724"/>
                  <a:gd name="T52" fmla="*/ 768 w 803"/>
                  <a:gd name="T53" fmla="*/ 93 h 724"/>
                  <a:gd name="T54" fmla="*/ 781 w 803"/>
                  <a:gd name="T55" fmla="*/ 120 h 724"/>
                  <a:gd name="T56" fmla="*/ 791 w 803"/>
                  <a:gd name="T57" fmla="*/ 149 h 724"/>
                  <a:gd name="T58" fmla="*/ 798 w 803"/>
                  <a:gd name="T59" fmla="*/ 180 h 724"/>
                  <a:gd name="T60" fmla="*/ 803 w 803"/>
                  <a:gd name="T61" fmla="*/ 213 h 724"/>
                  <a:gd name="T62" fmla="*/ 803 w 803"/>
                  <a:gd name="T63" fmla="*/ 247 h 724"/>
                  <a:gd name="T64" fmla="*/ 803 w 803"/>
                  <a:gd name="T65" fmla="*/ 333 h 724"/>
                  <a:gd name="T66" fmla="*/ 803 w 803"/>
                  <a:gd name="T67" fmla="*/ 361 h 724"/>
                  <a:gd name="T68" fmla="*/ 798 w 803"/>
                  <a:gd name="T69" fmla="*/ 392 h 724"/>
                  <a:gd name="T70" fmla="*/ 791 w 803"/>
                  <a:gd name="T71" fmla="*/ 421 h 724"/>
                  <a:gd name="T72" fmla="*/ 781 w 803"/>
                  <a:gd name="T73" fmla="*/ 449 h 724"/>
                  <a:gd name="T74" fmla="*/ 768 w 803"/>
                  <a:gd name="T75" fmla="*/ 475 h 724"/>
                  <a:gd name="T76" fmla="*/ 750 w 803"/>
                  <a:gd name="T77" fmla="*/ 500 h 724"/>
                  <a:gd name="T78" fmla="*/ 729 w 803"/>
                  <a:gd name="T79" fmla="*/ 521 h 724"/>
                  <a:gd name="T80" fmla="*/ 704 w 803"/>
                  <a:gd name="T81" fmla="*/ 539 h 724"/>
                  <a:gd name="T82" fmla="*/ 673 w 803"/>
                  <a:gd name="T83" fmla="*/ 552 h 724"/>
                  <a:gd name="T84" fmla="*/ 638 w 803"/>
                  <a:gd name="T85" fmla="*/ 560 h 724"/>
                  <a:gd name="T86" fmla="*/ 597 w 803"/>
                  <a:gd name="T87" fmla="*/ 564 h 724"/>
                  <a:gd name="T88" fmla="*/ 221 w 803"/>
                  <a:gd name="T89" fmla="*/ 564 h 724"/>
                  <a:gd name="T90" fmla="*/ 221 w 803"/>
                  <a:gd name="T91" fmla="*/ 724 h 724"/>
                  <a:gd name="T92" fmla="*/ 221 w 803"/>
                  <a:gd name="T93" fmla="*/ 724 h 724"/>
                  <a:gd name="T94" fmla="*/ 0 w 803"/>
                  <a:gd name="T95" fmla="*/ 361 h 724"/>
                  <a:gd name="T96" fmla="*/ 221 w 803"/>
                  <a:gd name="T97" fmla="*/ 0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803" h="724">
                    <a:moveTo>
                      <a:pt x="221" y="179"/>
                    </a:moveTo>
                    <a:lnTo>
                      <a:pt x="221" y="383"/>
                    </a:lnTo>
                    <a:lnTo>
                      <a:pt x="523" y="383"/>
                    </a:lnTo>
                    <a:lnTo>
                      <a:pt x="543" y="382"/>
                    </a:lnTo>
                    <a:lnTo>
                      <a:pt x="560" y="374"/>
                    </a:lnTo>
                    <a:lnTo>
                      <a:pt x="573" y="361"/>
                    </a:lnTo>
                    <a:lnTo>
                      <a:pt x="583" y="346"/>
                    </a:lnTo>
                    <a:lnTo>
                      <a:pt x="589" y="329"/>
                    </a:lnTo>
                    <a:lnTo>
                      <a:pt x="594" y="310"/>
                    </a:lnTo>
                    <a:lnTo>
                      <a:pt x="596" y="292"/>
                    </a:lnTo>
                    <a:lnTo>
                      <a:pt x="596" y="256"/>
                    </a:lnTo>
                    <a:lnTo>
                      <a:pt x="592" y="233"/>
                    </a:lnTo>
                    <a:lnTo>
                      <a:pt x="586" y="215"/>
                    </a:lnTo>
                    <a:lnTo>
                      <a:pt x="574" y="200"/>
                    </a:lnTo>
                    <a:lnTo>
                      <a:pt x="558" y="188"/>
                    </a:lnTo>
                    <a:lnTo>
                      <a:pt x="533" y="182"/>
                    </a:lnTo>
                    <a:lnTo>
                      <a:pt x="504" y="179"/>
                    </a:lnTo>
                    <a:lnTo>
                      <a:pt x="221" y="179"/>
                    </a:lnTo>
                    <a:close/>
                    <a:moveTo>
                      <a:pt x="221" y="0"/>
                    </a:moveTo>
                    <a:lnTo>
                      <a:pt x="540" y="0"/>
                    </a:lnTo>
                    <a:lnTo>
                      <a:pt x="589" y="2"/>
                    </a:lnTo>
                    <a:lnTo>
                      <a:pt x="633" y="8"/>
                    </a:lnTo>
                    <a:lnTo>
                      <a:pt x="670" y="18"/>
                    </a:lnTo>
                    <a:lnTo>
                      <a:pt x="702" y="33"/>
                    </a:lnTo>
                    <a:lnTo>
                      <a:pt x="729" y="49"/>
                    </a:lnTo>
                    <a:lnTo>
                      <a:pt x="750" y="70"/>
                    </a:lnTo>
                    <a:lnTo>
                      <a:pt x="768" y="93"/>
                    </a:lnTo>
                    <a:lnTo>
                      <a:pt x="781" y="120"/>
                    </a:lnTo>
                    <a:lnTo>
                      <a:pt x="791" y="149"/>
                    </a:lnTo>
                    <a:lnTo>
                      <a:pt x="798" y="180"/>
                    </a:lnTo>
                    <a:lnTo>
                      <a:pt x="803" y="213"/>
                    </a:lnTo>
                    <a:lnTo>
                      <a:pt x="803" y="247"/>
                    </a:lnTo>
                    <a:lnTo>
                      <a:pt x="803" y="333"/>
                    </a:lnTo>
                    <a:lnTo>
                      <a:pt x="803" y="361"/>
                    </a:lnTo>
                    <a:lnTo>
                      <a:pt x="798" y="392"/>
                    </a:lnTo>
                    <a:lnTo>
                      <a:pt x="791" y="421"/>
                    </a:lnTo>
                    <a:lnTo>
                      <a:pt x="781" y="449"/>
                    </a:lnTo>
                    <a:lnTo>
                      <a:pt x="768" y="475"/>
                    </a:lnTo>
                    <a:lnTo>
                      <a:pt x="750" y="500"/>
                    </a:lnTo>
                    <a:lnTo>
                      <a:pt x="729" y="521"/>
                    </a:lnTo>
                    <a:lnTo>
                      <a:pt x="704" y="539"/>
                    </a:lnTo>
                    <a:lnTo>
                      <a:pt x="673" y="552"/>
                    </a:lnTo>
                    <a:lnTo>
                      <a:pt x="638" y="560"/>
                    </a:lnTo>
                    <a:lnTo>
                      <a:pt x="597" y="564"/>
                    </a:lnTo>
                    <a:lnTo>
                      <a:pt x="221" y="564"/>
                    </a:lnTo>
                    <a:lnTo>
                      <a:pt x="221" y="724"/>
                    </a:lnTo>
                    <a:lnTo>
                      <a:pt x="221" y="724"/>
                    </a:lnTo>
                    <a:lnTo>
                      <a:pt x="0" y="361"/>
                    </a:lnTo>
                    <a:lnTo>
                      <a:pt x="221" y="0"/>
                    </a:lnTo>
                    <a:close/>
                  </a:path>
                </a:pathLst>
              </a:custGeom>
              <a:solidFill>
                <a:srgbClr val="C7D22D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10"/>
              <p:cNvSpPr>
                <a:spLocks/>
              </p:cNvSpPr>
              <p:nvPr/>
            </p:nvSpPr>
            <p:spPr bwMode="auto">
              <a:xfrm>
                <a:off x="271463" y="2852738"/>
                <a:ext cx="1306513" cy="1149350"/>
              </a:xfrm>
              <a:custGeom>
                <a:avLst/>
                <a:gdLst>
                  <a:gd name="T0" fmla="*/ 0 w 823"/>
                  <a:gd name="T1" fmla="*/ 0 h 724"/>
                  <a:gd name="T2" fmla="*/ 223 w 823"/>
                  <a:gd name="T3" fmla="*/ 0 h 724"/>
                  <a:gd name="T4" fmla="*/ 601 w 823"/>
                  <a:gd name="T5" fmla="*/ 438 h 724"/>
                  <a:gd name="T6" fmla="*/ 601 w 823"/>
                  <a:gd name="T7" fmla="*/ 0 h 724"/>
                  <a:gd name="T8" fmla="*/ 601 w 823"/>
                  <a:gd name="T9" fmla="*/ 0 h 724"/>
                  <a:gd name="T10" fmla="*/ 823 w 823"/>
                  <a:gd name="T11" fmla="*/ 361 h 724"/>
                  <a:gd name="T12" fmla="*/ 601 w 823"/>
                  <a:gd name="T13" fmla="*/ 724 h 724"/>
                  <a:gd name="T14" fmla="*/ 223 w 823"/>
                  <a:gd name="T15" fmla="*/ 287 h 724"/>
                  <a:gd name="T16" fmla="*/ 223 w 823"/>
                  <a:gd name="T17" fmla="*/ 724 h 724"/>
                  <a:gd name="T18" fmla="*/ 0 w 823"/>
                  <a:gd name="T19" fmla="*/ 724 h 724"/>
                  <a:gd name="T20" fmla="*/ 0 w 823"/>
                  <a:gd name="T21" fmla="*/ 0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23" h="724">
                    <a:moveTo>
                      <a:pt x="0" y="0"/>
                    </a:moveTo>
                    <a:lnTo>
                      <a:pt x="223" y="0"/>
                    </a:lnTo>
                    <a:lnTo>
                      <a:pt x="601" y="438"/>
                    </a:lnTo>
                    <a:lnTo>
                      <a:pt x="601" y="0"/>
                    </a:lnTo>
                    <a:lnTo>
                      <a:pt x="601" y="0"/>
                    </a:lnTo>
                    <a:lnTo>
                      <a:pt x="823" y="361"/>
                    </a:lnTo>
                    <a:lnTo>
                      <a:pt x="601" y="724"/>
                    </a:lnTo>
                    <a:lnTo>
                      <a:pt x="223" y="287"/>
                    </a:lnTo>
                    <a:lnTo>
                      <a:pt x="223" y="724"/>
                    </a:lnTo>
                    <a:lnTo>
                      <a:pt x="0" y="7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AD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53" name="Group 52"/>
            <p:cNvGrpSpPr/>
            <p:nvPr userDrawn="1"/>
          </p:nvGrpSpPr>
          <p:grpSpPr>
            <a:xfrm>
              <a:off x="3364707" y="4271963"/>
              <a:ext cx="5462587" cy="1034628"/>
              <a:chOff x="4252913" y="4551363"/>
              <a:chExt cx="7040562" cy="1333500"/>
            </a:xfrm>
          </p:grpSpPr>
          <p:sp>
            <p:nvSpPr>
              <p:cNvPr id="54" name="Rectangle 12"/>
              <p:cNvSpPr>
                <a:spLocks noChangeArrowheads="1"/>
              </p:cNvSpPr>
              <p:nvPr userDrawn="1"/>
            </p:nvSpPr>
            <p:spPr bwMode="auto">
              <a:xfrm>
                <a:off x="4252913" y="4551363"/>
                <a:ext cx="28575" cy="13335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" name="Rectangle 13"/>
              <p:cNvSpPr>
                <a:spLocks noChangeArrowheads="1"/>
              </p:cNvSpPr>
              <p:nvPr userDrawn="1"/>
            </p:nvSpPr>
            <p:spPr bwMode="auto">
              <a:xfrm>
                <a:off x="11264900" y="4551363"/>
                <a:ext cx="28575" cy="13335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" name="Freeform 14"/>
              <p:cNvSpPr>
                <a:spLocks/>
              </p:cNvSpPr>
              <p:nvPr userDrawn="1"/>
            </p:nvSpPr>
            <p:spPr bwMode="auto">
              <a:xfrm>
                <a:off x="4714875" y="4765676"/>
                <a:ext cx="250825" cy="396875"/>
              </a:xfrm>
              <a:custGeom>
                <a:avLst/>
                <a:gdLst>
                  <a:gd name="T0" fmla="*/ 88 w 158"/>
                  <a:gd name="T1" fmla="*/ 0 h 250"/>
                  <a:gd name="T2" fmla="*/ 114 w 158"/>
                  <a:gd name="T3" fmla="*/ 3 h 250"/>
                  <a:gd name="T4" fmla="*/ 137 w 158"/>
                  <a:gd name="T5" fmla="*/ 10 h 250"/>
                  <a:gd name="T6" fmla="*/ 156 w 158"/>
                  <a:gd name="T7" fmla="*/ 26 h 250"/>
                  <a:gd name="T8" fmla="*/ 130 w 158"/>
                  <a:gd name="T9" fmla="*/ 52 h 250"/>
                  <a:gd name="T10" fmla="*/ 114 w 158"/>
                  <a:gd name="T11" fmla="*/ 35 h 250"/>
                  <a:gd name="T12" fmla="*/ 88 w 158"/>
                  <a:gd name="T13" fmla="*/ 31 h 250"/>
                  <a:gd name="T14" fmla="*/ 65 w 158"/>
                  <a:gd name="T15" fmla="*/ 33 h 250"/>
                  <a:gd name="T16" fmla="*/ 51 w 158"/>
                  <a:gd name="T17" fmla="*/ 42 h 250"/>
                  <a:gd name="T18" fmla="*/ 44 w 158"/>
                  <a:gd name="T19" fmla="*/ 54 h 250"/>
                  <a:gd name="T20" fmla="*/ 41 w 158"/>
                  <a:gd name="T21" fmla="*/ 66 h 250"/>
                  <a:gd name="T22" fmla="*/ 46 w 158"/>
                  <a:gd name="T23" fmla="*/ 84 h 250"/>
                  <a:gd name="T24" fmla="*/ 55 w 158"/>
                  <a:gd name="T25" fmla="*/ 94 h 250"/>
                  <a:gd name="T26" fmla="*/ 72 w 158"/>
                  <a:gd name="T27" fmla="*/ 103 h 250"/>
                  <a:gd name="T28" fmla="*/ 90 w 158"/>
                  <a:gd name="T29" fmla="*/ 110 h 250"/>
                  <a:gd name="T30" fmla="*/ 109 w 158"/>
                  <a:gd name="T31" fmla="*/ 115 h 250"/>
                  <a:gd name="T32" fmla="*/ 128 w 158"/>
                  <a:gd name="T33" fmla="*/ 124 h 250"/>
                  <a:gd name="T34" fmla="*/ 144 w 158"/>
                  <a:gd name="T35" fmla="*/ 136 h 250"/>
                  <a:gd name="T36" fmla="*/ 156 w 158"/>
                  <a:gd name="T37" fmla="*/ 152 h 250"/>
                  <a:gd name="T38" fmla="*/ 158 w 158"/>
                  <a:gd name="T39" fmla="*/ 178 h 250"/>
                  <a:gd name="T40" fmla="*/ 156 w 158"/>
                  <a:gd name="T41" fmla="*/ 203 h 250"/>
                  <a:gd name="T42" fmla="*/ 144 w 158"/>
                  <a:gd name="T43" fmla="*/ 222 h 250"/>
                  <a:gd name="T44" fmla="*/ 125 w 158"/>
                  <a:gd name="T45" fmla="*/ 238 h 250"/>
                  <a:gd name="T46" fmla="*/ 102 w 158"/>
                  <a:gd name="T47" fmla="*/ 248 h 250"/>
                  <a:gd name="T48" fmla="*/ 76 w 158"/>
                  <a:gd name="T49" fmla="*/ 250 h 250"/>
                  <a:gd name="T50" fmla="*/ 46 w 158"/>
                  <a:gd name="T51" fmla="*/ 248 h 250"/>
                  <a:gd name="T52" fmla="*/ 21 w 158"/>
                  <a:gd name="T53" fmla="*/ 236 h 250"/>
                  <a:gd name="T54" fmla="*/ 0 w 158"/>
                  <a:gd name="T55" fmla="*/ 217 h 250"/>
                  <a:gd name="T56" fmla="*/ 28 w 158"/>
                  <a:gd name="T57" fmla="*/ 194 h 250"/>
                  <a:gd name="T58" fmla="*/ 41 w 158"/>
                  <a:gd name="T59" fmla="*/ 210 h 250"/>
                  <a:gd name="T60" fmla="*/ 58 w 158"/>
                  <a:gd name="T61" fmla="*/ 217 h 250"/>
                  <a:gd name="T62" fmla="*/ 76 w 158"/>
                  <a:gd name="T63" fmla="*/ 220 h 250"/>
                  <a:gd name="T64" fmla="*/ 93 w 158"/>
                  <a:gd name="T65" fmla="*/ 217 h 250"/>
                  <a:gd name="T66" fmla="*/ 109 w 158"/>
                  <a:gd name="T67" fmla="*/ 210 h 250"/>
                  <a:gd name="T68" fmla="*/ 121 w 158"/>
                  <a:gd name="T69" fmla="*/ 199 h 250"/>
                  <a:gd name="T70" fmla="*/ 125 w 158"/>
                  <a:gd name="T71" fmla="*/ 180 h 250"/>
                  <a:gd name="T72" fmla="*/ 121 w 158"/>
                  <a:gd name="T73" fmla="*/ 166 h 250"/>
                  <a:gd name="T74" fmla="*/ 109 w 158"/>
                  <a:gd name="T75" fmla="*/ 154 h 250"/>
                  <a:gd name="T76" fmla="*/ 95 w 158"/>
                  <a:gd name="T77" fmla="*/ 147 h 250"/>
                  <a:gd name="T78" fmla="*/ 76 w 158"/>
                  <a:gd name="T79" fmla="*/ 140 h 250"/>
                  <a:gd name="T80" fmla="*/ 55 w 158"/>
                  <a:gd name="T81" fmla="*/ 133 h 250"/>
                  <a:gd name="T82" fmla="*/ 37 w 158"/>
                  <a:gd name="T83" fmla="*/ 126 h 250"/>
                  <a:gd name="T84" fmla="*/ 23 w 158"/>
                  <a:gd name="T85" fmla="*/ 112 h 250"/>
                  <a:gd name="T86" fmla="*/ 11 w 158"/>
                  <a:gd name="T87" fmla="*/ 94 h 250"/>
                  <a:gd name="T88" fmla="*/ 7 w 158"/>
                  <a:gd name="T89" fmla="*/ 66 h 250"/>
                  <a:gd name="T90" fmla="*/ 9 w 158"/>
                  <a:gd name="T91" fmla="*/ 49 h 250"/>
                  <a:gd name="T92" fmla="*/ 18 w 158"/>
                  <a:gd name="T93" fmla="*/ 31 h 250"/>
                  <a:gd name="T94" fmla="*/ 35 w 158"/>
                  <a:gd name="T95" fmla="*/ 14 h 250"/>
                  <a:gd name="T96" fmla="*/ 58 w 158"/>
                  <a:gd name="T97" fmla="*/ 3 h 250"/>
                  <a:gd name="T98" fmla="*/ 88 w 158"/>
                  <a:gd name="T99" fmla="*/ 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58" h="250">
                    <a:moveTo>
                      <a:pt x="88" y="0"/>
                    </a:moveTo>
                    <a:lnTo>
                      <a:pt x="114" y="3"/>
                    </a:lnTo>
                    <a:lnTo>
                      <a:pt x="137" y="10"/>
                    </a:lnTo>
                    <a:lnTo>
                      <a:pt x="156" y="26"/>
                    </a:lnTo>
                    <a:lnTo>
                      <a:pt x="130" y="52"/>
                    </a:lnTo>
                    <a:lnTo>
                      <a:pt x="114" y="35"/>
                    </a:lnTo>
                    <a:lnTo>
                      <a:pt x="88" y="31"/>
                    </a:lnTo>
                    <a:lnTo>
                      <a:pt x="65" y="33"/>
                    </a:lnTo>
                    <a:lnTo>
                      <a:pt x="51" y="42"/>
                    </a:lnTo>
                    <a:lnTo>
                      <a:pt x="44" y="54"/>
                    </a:lnTo>
                    <a:lnTo>
                      <a:pt x="41" y="66"/>
                    </a:lnTo>
                    <a:lnTo>
                      <a:pt x="46" y="84"/>
                    </a:lnTo>
                    <a:lnTo>
                      <a:pt x="55" y="94"/>
                    </a:lnTo>
                    <a:lnTo>
                      <a:pt x="72" y="103"/>
                    </a:lnTo>
                    <a:lnTo>
                      <a:pt x="90" y="110"/>
                    </a:lnTo>
                    <a:lnTo>
                      <a:pt x="109" y="115"/>
                    </a:lnTo>
                    <a:lnTo>
                      <a:pt x="128" y="124"/>
                    </a:lnTo>
                    <a:lnTo>
                      <a:pt x="144" y="136"/>
                    </a:lnTo>
                    <a:lnTo>
                      <a:pt x="156" y="152"/>
                    </a:lnTo>
                    <a:lnTo>
                      <a:pt x="158" y="178"/>
                    </a:lnTo>
                    <a:lnTo>
                      <a:pt x="156" y="203"/>
                    </a:lnTo>
                    <a:lnTo>
                      <a:pt x="144" y="222"/>
                    </a:lnTo>
                    <a:lnTo>
                      <a:pt x="125" y="238"/>
                    </a:lnTo>
                    <a:lnTo>
                      <a:pt x="102" y="248"/>
                    </a:lnTo>
                    <a:lnTo>
                      <a:pt x="76" y="250"/>
                    </a:lnTo>
                    <a:lnTo>
                      <a:pt x="46" y="248"/>
                    </a:lnTo>
                    <a:lnTo>
                      <a:pt x="21" y="236"/>
                    </a:lnTo>
                    <a:lnTo>
                      <a:pt x="0" y="217"/>
                    </a:lnTo>
                    <a:lnTo>
                      <a:pt x="28" y="194"/>
                    </a:lnTo>
                    <a:lnTo>
                      <a:pt x="41" y="210"/>
                    </a:lnTo>
                    <a:lnTo>
                      <a:pt x="58" y="217"/>
                    </a:lnTo>
                    <a:lnTo>
                      <a:pt x="76" y="220"/>
                    </a:lnTo>
                    <a:lnTo>
                      <a:pt x="93" y="217"/>
                    </a:lnTo>
                    <a:lnTo>
                      <a:pt x="109" y="210"/>
                    </a:lnTo>
                    <a:lnTo>
                      <a:pt x="121" y="199"/>
                    </a:lnTo>
                    <a:lnTo>
                      <a:pt x="125" y="180"/>
                    </a:lnTo>
                    <a:lnTo>
                      <a:pt x="121" y="166"/>
                    </a:lnTo>
                    <a:lnTo>
                      <a:pt x="109" y="154"/>
                    </a:lnTo>
                    <a:lnTo>
                      <a:pt x="95" y="147"/>
                    </a:lnTo>
                    <a:lnTo>
                      <a:pt x="76" y="140"/>
                    </a:lnTo>
                    <a:lnTo>
                      <a:pt x="55" y="133"/>
                    </a:lnTo>
                    <a:lnTo>
                      <a:pt x="37" y="126"/>
                    </a:lnTo>
                    <a:lnTo>
                      <a:pt x="23" y="112"/>
                    </a:lnTo>
                    <a:lnTo>
                      <a:pt x="11" y="94"/>
                    </a:lnTo>
                    <a:lnTo>
                      <a:pt x="7" y="66"/>
                    </a:lnTo>
                    <a:lnTo>
                      <a:pt x="9" y="49"/>
                    </a:lnTo>
                    <a:lnTo>
                      <a:pt x="18" y="31"/>
                    </a:lnTo>
                    <a:lnTo>
                      <a:pt x="35" y="14"/>
                    </a:lnTo>
                    <a:lnTo>
                      <a:pt x="58" y="3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" name="Freeform 15"/>
              <p:cNvSpPr>
                <a:spLocks/>
              </p:cNvSpPr>
              <p:nvPr userDrawn="1"/>
            </p:nvSpPr>
            <p:spPr bwMode="auto">
              <a:xfrm>
                <a:off x="5043488" y="4773613"/>
                <a:ext cx="254000" cy="381000"/>
              </a:xfrm>
              <a:custGeom>
                <a:avLst/>
                <a:gdLst>
                  <a:gd name="T0" fmla="*/ 0 w 160"/>
                  <a:gd name="T1" fmla="*/ 0 h 240"/>
                  <a:gd name="T2" fmla="*/ 153 w 160"/>
                  <a:gd name="T3" fmla="*/ 0 h 240"/>
                  <a:gd name="T4" fmla="*/ 153 w 160"/>
                  <a:gd name="T5" fmla="*/ 30 h 240"/>
                  <a:gd name="T6" fmla="*/ 32 w 160"/>
                  <a:gd name="T7" fmla="*/ 30 h 240"/>
                  <a:gd name="T8" fmla="*/ 32 w 160"/>
                  <a:gd name="T9" fmla="*/ 103 h 240"/>
                  <a:gd name="T10" fmla="*/ 146 w 160"/>
                  <a:gd name="T11" fmla="*/ 103 h 240"/>
                  <a:gd name="T12" fmla="*/ 146 w 160"/>
                  <a:gd name="T13" fmla="*/ 133 h 240"/>
                  <a:gd name="T14" fmla="*/ 32 w 160"/>
                  <a:gd name="T15" fmla="*/ 133 h 240"/>
                  <a:gd name="T16" fmla="*/ 32 w 160"/>
                  <a:gd name="T17" fmla="*/ 210 h 240"/>
                  <a:gd name="T18" fmla="*/ 160 w 160"/>
                  <a:gd name="T19" fmla="*/ 210 h 240"/>
                  <a:gd name="T20" fmla="*/ 160 w 160"/>
                  <a:gd name="T21" fmla="*/ 240 h 240"/>
                  <a:gd name="T22" fmla="*/ 0 w 160"/>
                  <a:gd name="T23" fmla="*/ 240 h 240"/>
                  <a:gd name="T24" fmla="*/ 0 w 160"/>
                  <a:gd name="T25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0" h="240">
                    <a:moveTo>
                      <a:pt x="0" y="0"/>
                    </a:moveTo>
                    <a:lnTo>
                      <a:pt x="153" y="0"/>
                    </a:lnTo>
                    <a:lnTo>
                      <a:pt x="153" y="30"/>
                    </a:lnTo>
                    <a:lnTo>
                      <a:pt x="32" y="30"/>
                    </a:lnTo>
                    <a:lnTo>
                      <a:pt x="32" y="103"/>
                    </a:lnTo>
                    <a:lnTo>
                      <a:pt x="146" y="103"/>
                    </a:lnTo>
                    <a:lnTo>
                      <a:pt x="146" y="133"/>
                    </a:lnTo>
                    <a:lnTo>
                      <a:pt x="32" y="133"/>
                    </a:lnTo>
                    <a:lnTo>
                      <a:pt x="32" y="210"/>
                    </a:lnTo>
                    <a:lnTo>
                      <a:pt x="160" y="210"/>
                    </a:lnTo>
                    <a:lnTo>
                      <a:pt x="160" y="240"/>
                    </a:lnTo>
                    <a:lnTo>
                      <a:pt x="0" y="2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" name="Freeform 16"/>
              <p:cNvSpPr>
                <a:spLocks/>
              </p:cNvSpPr>
              <p:nvPr userDrawn="1"/>
            </p:nvSpPr>
            <p:spPr bwMode="auto">
              <a:xfrm>
                <a:off x="5335588" y="4765676"/>
                <a:ext cx="339725" cy="396875"/>
              </a:xfrm>
              <a:custGeom>
                <a:avLst/>
                <a:gdLst>
                  <a:gd name="T0" fmla="*/ 125 w 214"/>
                  <a:gd name="T1" fmla="*/ 0 h 250"/>
                  <a:gd name="T2" fmla="*/ 156 w 214"/>
                  <a:gd name="T3" fmla="*/ 3 h 250"/>
                  <a:gd name="T4" fmla="*/ 186 w 214"/>
                  <a:gd name="T5" fmla="*/ 17 h 250"/>
                  <a:gd name="T6" fmla="*/ 209 w 214"/>
                  <a:gd name="T7" fmla="*/ 38 h 250"/>
                  <a:gd name="T8" fmla="*/ 181 w 214"/>
                  <a:gd name="T9" fmla="*/ 56 h 250"/>
                  <a:gd name="T10" fmla="*/ 165 w 214"/>
                  <a:gd name="T11" fmla="*/ 42 h 250"/>
                  <a:gd name="T12" fmla="*/ 146 w 214"/>
                  <a:gd name="T13" fmla="*/ 33 h 250"/>
                  <a:gd name="T14" fmla="*/ 123 w 214"/>
                  <a:gd name="T15" fmla="*/ 31 h 250"/>
                  <a:gd name="T16" fmla="*/ 95 w 214"/>
                  <a:gd name="T17" fmla="*/ 35 h 250"/>
                  <a:gd name="T18" fmla="*/ 69 w 214"/>
                  <a:gd name="T19" fmla="*/ 49 h 250"/>
                  <a:gd name="T20" fmla="*/ 51 w 214"/>
                  <a:gd name="T21" fmla="*/ 70 h 250"/>
                  <a:gd name="T22" fmla="*/ 39 w 214"/>
                  <a:gd name="T23" fmla="*/ 96 h 250"/>
                  <a:gd name="T24" fmla="*/ 34 w 214"/>
                  <a:gd name="T25" fmla="*/ 126 h 250"/>
                  <a:gd name="T26" fmla="*/ 39 w 214"/>
                  <a:gd name="T27" fmla="*/ 157 h 250"/>
                  <a:gd name="T28" fmla="*/ 51 w 214"/>
                  <a:gd name="T29" fmla="*/ 182 h 250"/>
                  <a:gd name="T30" fmla="*/ 69 w 214"/>
                  <a:gd name="T31" fmla="*/ 201 h 250"/>
                  <a:gd name="T32" fmla="*/ 93 w 214"/>
                  <a:gd name="T33" fmla="*/ 215 h 250"/>
                  <a:gd name="T34" fmla="*/ 123 w 214"/>
                  <a:gd name="T35" fmla="*/ 220 h 250"/>
                  <a:gd name="T36" fmla="*/ 149 w 214"/>
                  <a:gd name="T37" fmla="*/ 217 h 250"/>
                  <a:gd name="T38" fmla="*/ 169 w 214"/>
                  <a:gd name="T39" fmla="*/ 206 h 250"/>
                  <a:gd name="T40" fmla="*/ 186 w 214"/>
                  <a:gd name="T41" fmla="*/ 189 h 250"/>
                  <a:gd name="T42" fmla="*/ 214 w 214"/>
                  <a:gd name="T43" fmla="*/ 208 h 250"/>
                  <a:gd name="T44" fmla="*/ 207 w 214"/>
                  <a:gd name="T45" fmla="*/ 217 h 250"/>
                  <a:gd name="T46" fmla="*/ 195 w 214"/>
                  <a:gd name="T47" fmla="*/ 229 h 250"/>
                  <a:gd name="T48" fmla="*/ 176 w 214"/>
                  <a:gd name="T49" fmla="*/ 238 h 250"/>
                  <a:gd name="T50" fmla="*/ 153 w 214"/>
                  <a:gd name="T51" fmla="*/ 248 h 250"/>
                  <a:gd name="T52" fmla="*/ 123 w 214"/>
                  <a:gd name="T53" fmla="*/ 250 h 250"/>
                  <a:gd name="T54" fmla="*/ 88 w 214"/>
                  <a:gd name="T55" fmla="*/ 245 h 250"/>
                  <a:gd name="T56" fmla="*/ 58 w 214"/>
                  <a:gd name="T57" fmla="*/ 231 h 250"/>
                  <a:gd name="T58" fmla="*/ 32 w 214"/>
                  <a:gd name="T59" fmla="*/ 213 h 250"/>
                  <a:gd name="T60" fmla="*/ 16 w 214"/>
                  <a:gd name="T61" fmla="*/ 187 h 250"/>
                  <a:gd name="T62" fmla="*/ 4 w 214"/>
                  <a:gd name="T63" fmla="*/ 157 h 250"/>
                  <a:gd name="T64" fmla="*/ 0 w 214"/>
                  <a:gd name="T65" fmla="*/ 126 h 250"/>
                  <a:gd name="T66" fmla="*/ 7 w 214"/>
                  <a:gd name="T67" fmla="*/ 84 h 250"/>
                  <a:gd name="T68" fmla="*/ 23 w 214"/>
                  <a:gd name="T69" fmla="*/ 49 h 250"/>
                  <a:gd name="T70" fmla="*/ 48 w 214"/>
                  <a:gd name="T71" fmla="*/ 24 h 250"/>
                  <a:gd name="T72" fmla="*/ 83 w 214"/>
                  <a:gd name="T73" fmla="*/ 5 h 250"/>
                  <a:gd name="T74" fmla="*/ 125 w 214"/>
                  <a:gd name="T75" fmla="*/ 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14" h="250">
                    <a:moveTo>
                      <a:pt x="125" y="0"/>
                    </a:moveTo>
                    <a:lnTo>
                      <a:pt x="156" y="3"/>
                    </a:lnTo>
                    <a:lnTo>
                      <a:pt x="186" y="17"/>
                    </a:lnTo>
                    <a:lnTo>
                      <a:pt x="209" y="38"/>
                    </a:lnTo>
                    <a:lnTo>
                      <a:pt x="181" y="56"/>
                    </a:lnTo>
                    <a:lnTo>
                      <a:pt x="165" y="42"/>
                    </a:lnTo>
                    <a:lnTo>
                      <a:pt x="146" y="33"/>
                    </a:lnTo>
                    <a:lnTo>
                      <a:pt x="123" y="31"/>
                    </a:lnTo>
                    <a:lnTo>
                      <a:pt x="95" y="35"/>
                    </a:lnTo>
                    <a:lnTo>
                      <a:pt x="69" y="49"/>
                    </a:lnTo>
                    <a:lnTo>
                      <a:pt x="51" y="70"/>
                    </a:lnTo>
                    <a:lnTo>
                      <a:pt x="39" y="96"/>
                    </a:lnTo>
                    <a:lnTo>
                      <a:pt x="34" y="126"/>
                    </a:lnTo>
                    <a:lnTo>
                      <a:pt x="39" y="157"/>
                    </a:lnTo>
                    <a:lnTo>
                      <a:pt x="51" y="182"/>
                    </a:lnTo>
                    <a:lnTo>
                      <a:pt x="69" y="201"/>
                    </a:lnTo>
                    <a:lnTo>
                      <a:pt x="93" y="215"/>
                    </a:lnTo>
                    <a:lnTo>
                      <a:pt x="123" y="220"/>
                    </a:lnTo>
                    <a:lnTo>
                      <a:pt x="149" y="217"/>
                    </a:lnTo>
                    <a:lnTo>
                      <a:pt x="169" y="206"/>
                    </a:lnTo>
                    <a:lnTo>
                      <a:pt x="186" y="189"/>
                    </a:lnTo>
                    <a:lnTo>
                      <a:pt x="214" y="208"/>
                    </a:lnTo>
                    <a:lnTo>
                      <a:pt x="207" y="217"/>
                    </a:lnTo>
                    <a:lnTo>
                      <a:pt x="195" y="229"/>
                    </a:lnTo>
                    <a:lnTo>
                      <a:pt x="176" y="238"/>
                    </a:lnTo>
                    <a:lnTo>
                      <a:pt x="153" y="248"/>
                    </a:lnTo>
                    <a:lnTo>
                      <a:pt x="123" y="250"/>
                    </a:lnTo>
                    <a:lnTo>
                      <a:pt x="88" y="245"/>
                    </a:lnTo>
                    <a:lnTo>
                      <a:pt x="58" y="231"/>
                    </a:lnTo>
                    <a:lnTo>
                      <a:pt x="32" y="213"/>
                    </a:lnTo>
                    <a:lnTo>
                      <a:pt x="16" y="187"/>
                    </a:lnTo>
                    <a:lnTo>
                      <a:pt x="4" y="157"/>
                    </a:lnTo>
                    <a:lnTo>
                      <a:pt x="0" y="126"/>
                    </a:lnTo>
                    <a:lnTo>
                      <a:pt x="7" y="84"/>
                    </a:lnTo>
                    <a:lnTo>
                      <a:pt x="23" y="49"/>
                    </a:lnTo>
                    <a:lnTo>
                      <a:pt x="48" y="24"/>
                    </a:lnTo>
                    <a:lnTo>
                      <a:pt x="83" y="5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" name="Freeform 17"/>
              <p:cNvSpPr>
                <a:spLocks/>
              </p:cNvSpPr>
              <p:nvPr userDrawn="1"/>
            </p:nvSpPr>
            <p:spPr bwMode="auto">
              <a:xfrm>
                <a:off x="5719763" y="4773613"/>
                <a:ext cx="290513" cy="388938"/>
              </a:xfrm>
              <a:custGeom>
                <a:avLst/>
                <a:gdLst>
                  <a:gd name="T0" fmla="*/ 0 w 183"/>
                  <a:gd name="T1" fmla="*/ 0 h 245"/>
                  <a:gd name="T2" fmla="*/ 32 w 183"/>
                  <a:gd name="T3" fmla="*/ 0 h 245"/>
                  <a:gd name="T4" fmla="*/ 32 w 183"/>
                  <a:gd name="T5" fmla="*/ 147 h 245"/>
                  <a:gd name="T6" fmla="*/ 35 w 183"/>
                  <a:gd name="T7" fmla="*/ 166 h 245"/>
                  <a:gd name="T8" fmla="*/ 39 w 183"/>
                  <a:gd name="T9" fmla="*/ 184 h 245"/>
                  <a:gd name="T10" fmla="*/ 51 w 183"/>
                  <a:gd name="T11" fmla="*/ 201 h 245"/>
                  <a:gd name="T12" fmla="*/ 67 w 183"/>
                  <a:gd name="T13" fmla="*/ 212 h 245"/>
                  <a:gd name="T14" fmla="*/ 93 w 183"/>
                  <a:gd name="T15" fmla="*/ 215 h 245"/>
                  <a:gd name="T16" fmla="*/ 116 w 183"/>
                  <a:gd name="T17" fmla="*/ 212 h 245"/>
                  <a:gd name="T18" fmla="*/ 132 w 183"/>
                  <a:gd name="T19" fmla="*/ 201 h 245"/>
                  <a:gd name="T20" fmla="*/ 144 w 183"/>
                  <a:gd name="T21" fmla="*/ 184 h 245"/>
                  <a:gd name="T22" fmla="*/ 151 w 183"/>
                  <a:gd name="T23" fmla="*/ 166 h 245"/>
                  <a:gd name="T24" fmla="*/ 151 w 183"/>
                  <a:gd name="T25" fmla="*/ 147 h 245"/>
                  <a:gd name="T26" fmla="*/ 151 w 183"/>
                  <a:gd name="T27" fmla="*/ 0 h 245"/>
                  <a:gd name="T28" fmla="*/ 183 w 183"/>
                  <a:gd name="T29" fmla="*/ 0 h 245"/>
                  <a:gd name="T30" fmla="*/ 183 w 183"/>
                  <a:gd name="T31" fmla="*/ 152 h 245"/>
                  <a:gd name="T32" fmla="*/ 179 w 183"/>
                  <a:gd name="T33" fmla="*/ 184 h 245"/>
                  <a:gd name="T34" fmla="*/ 167 w 183"/>
                  <a:gd name="T35" fmla="*/ 210 h 245"/>
                  <a:gd name="T36" fmla="*/ 146 w 183"/>
                  <a:gd name="T37" fmla="*/ 229 h 245"/>
                  <a:gd name="T38" fmla="*/ 121 w 183"/>
                  <a:gd name="T39" fmla="*/ 240 h 245"/>
                  <a:gd name="T40" fmla="*/ 93 w 183"/>
                  <a:gd name="T41" fmla="*/ 245 h 245"/>
                  <a:gd name="T42" fmla="*/ 62 w 183"/>
                  <a:gd name="T43" fmla="*/ 240 h 245"/>
                  <a:gd name="T44" fmla="*/ 37 w 183"/>
                  <a:gd name="T45" fmla="*/ 229 h 245"/>
                  <a:gd name="T46" fmla="*/ 16 w 183"/>
                  <a:gd name="T47" fmla="*/ 210 h 245"/>
                  <a:gd name="T48" fmla="*/ 4 w 183"/>
                  <a:gd name="T49" fmla="*/ 184 h 245"/>
                  <a:gd name="T50" fmla="*/ 0 w 183"/>
                  <a:gd name="T51" fmla="*/ 152 h 245"/>
                  <a:gd name="T52" fmla="*/ 0 w 183"/>
                  <a:gd name="T53" fmla="*/ 0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83" h="245">
                    <a:moveTo>
                      <a:pt x="0" y="0"/>
                    </a:moveTo>
                    <a:lnTo>
                      <a:pt x="32" y="0"/>
                    </a:lnTo>
                    <a:lnTo>
                      <a:pt x="32" y="147"/>
                    </a:lnTo>
                    <a:lnTo>
                      <a:pt x="35" y="166"/>
                    </a:lnTo>
                    <a:lnTo>
                      <a:pt x="39" y="184"/>
                    </a:lnTo>
                    <a:lnTo>
                      <a:pt x="51" y="201"/>
                    </a:lnTo>
                    <a:lnTo>
                      <a:pt x="67" y="212"/>
                    </a:lnTo>
                    <a:lnTo>
                      <a:pt x="93" y="215"/>
                    </a:lnTo>
                    <a:lnTo>
                      <a:pt x="116" y="212"/>
                    </a:lnTo>
                    <a:lnTo>
                      <a:pt x="132" y="201"/>
                    </a:lnTo>
                    <a:lnTo>
                      <a:pt x="144" y="184"/>
                    </a:lnTo>
                    <a:lnTo>
                      <a:pt x="151" y="166"/>
                    </a:lnTo>
                    <a:lnTo>
                      <a:pt x="151" y="147"/>
                    </a:lnTo>
                    <a:lnTo>
                      <a:pt x="151" y="0"/>
                    </a:lnTo>
                    <a:lnTo>
                      <a:pt x="183" y="0"/>
                    </a:lnTo>
                    <a:lnTo>
                      <a:pt x="183" y="152"/>
                    </a:lnTo>
                    <a:lnTo>
                      <a:pt x="179" y="184"/>
                    </a:lnTo>
                    <a:lnTo>
                      <a:pt x="167" y="210"/>
                    </a:lnTo>
                    <a:lnTo>
                      <a:pt x="146" y="229"/>
                    </a:lnTo>
                    <a:lnTo>
                      <a:pt x="121" y="240"/>
                    </a:lnTo>
                    <a:lnTo>
                      <a:pt x="93" y="245"/>
                    </a:lnTo>
                    <a:lnTo>
                      <a:pt x="62" y="240"/>
                    </a:lnTo>
                    <a:lnTo>
                      <a:pt x="37" y="229"/>
                    </a:lnTo>
                    <a:lnTo>
                      <a:pt x="16" y="210"/>
                    </a:lnTo>
                    <a:lnTo>
                      <a:pt x="4" y="184"/>
                    </a:lnTo>
                    <a:lnTo>
                      <a:pt x="0" y="1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" name="Freeform 18"/>
              <p:cNvSpPr>
                <a:spLocks noEditPoints="1"/>
              </p:cNvSpPr>
              <p:nvPr userDrawn="1"/>
            </p:nvSpPr>
            <p:spPr bwMode="auto">
              <a:xfrm>
                <a:off x="6103938" y="4773613"/>
                <a:ext cx="269875" cy="381000"/>
              </a:xfrm>
              <a:custGeom>
                <a:avLst/>
                <a:gdLst>
                  <a:gd name="T0" fmla="*/ 32 w 170"/>
                  <a:gd name="T1" fmla="*/ 28 h 240"/>
                  <a:gd name="T2" fmla="*/ 32 w 170"/>
                  <a:gd name="T3" fmla="*/ 105 h 240"/>
                  <a:gd name="T4" fmla="*/ 74 w 170"/>
                  <a:gd name="T5" fmla="*/ 105 h 240"/>
                  <a:gd name="T6" fmla="*/ 88 w 170"/>
                  <a:gd name="T7" fmla="*/ 105 h 240"/>
                  <a:gd name="T8" fmla="*/ 102 w 170"/>
                  <a:gd name="T9" fmla="*/ 103 h 240"/>
                  <a:gd name="T10" fmla="*/ 114 w 170"/>
                  <a:gd name="T11" fmla="*/ 96 h 240"/>
                  <a:gd name="T12" fmla="*/ 123 w 170"/>
                  <a:gd name="T13" fmla="*/ 84 h 240"/>
                  <a:gd name="T14" fmla="*/ 125 w 170"/>
                  <a:gd name="T15" fmla="*/ 68 h 240"/>
                  <a:gd name="T16" fmla="*/ 123 w 170"/>
                  <a:gd name="T17" fmla="*/ 51 h 240"/>
                  <a:gd name="T18" fmla="*/ 114 w 170"/>
                  <a:gd name="T19" fmla="*/ 40 h 240"/>
                  <a:gd name="T20" fmla="*/ 102 w 170"/>
                  <a:gd name="T21" fmla="*/ 33 h 240"/>
                  <a:gd name="T22" fmla="*/ 88 w 170"/>
                  <a:gd name="T23" fmla="*/ 30 h 240"/>
                  <a:gd name="T24" fmla="*/ 74 w 170"/>
                  <a:gd name="T25" fmla="*/ 28 h 240"/>
                  <a:gd name="T26" fmla="*/ 32 w 170"/>
                  <a:gd name="T27" fmla="*/ 28 h 240"/>
                  <a:gd name="T28" fmla="*/ 0 w 170"/>
                  <a:gd name="T29" fmla="*/ 0 h 240"/>
                  <a:gd name="T30" fmla="*/ 83 w 170"/>
                  <a:gd name="T31" fmla="*/ 0 h 240"/>
                  <a:gd name="T32" fmla="*/ 109 w 170"/>
                  <a:gd name="T33" fmla="*/ 2 h 240"/>
                  <a:gd name="T34" fmla="*/ 130 w 170"/>
                  <a:gd name="T35" fmla="*/ 12 h 240"/>
                  <a:gd name="T36" fmla="*/ 144 w 170"/>
                  <a:gd name="T37" fmla="*/ 23 h 240"/>
                  <a:gd name="T38" fmla="*/ 153 w 170"/>
                  <a:gd name="T39" fmla="*/ 37 h 240"/>
                  <a:gd name="T40" fmla="*/ 158 w 170"/>
                  <a:gd name="T41" fmla="*/ 51 h 240"/>
                  <a:gd name="T42" fmla="*/ 160 w 170"/>
                  <a:gd name="T43" fmla="*/ 68 h 240"/>
                  <a:gd name="T44" fmla="*/ 156 w 170"/>
                  <a:gd name="T45" fmla="*/ 89 h 240"/>
                  <a:gd name="T46" fmla="*/ 144 w 170"/>
                  <a:gd name="T47" fmla="*/ 110 h 240"/>
                  <a:gd name="T48" fmla="*/ 125 w 170"/>
                  <a:gd name="T49" fmla="*/ 124 h 240"/>
                  <a:gd name="T50" fmla="*/ 102 w 170"/>
                  <a:gd name="T51" fmla="*/ 131 h 240"/>
                  <a:gd name="T52" fmla="*/ 170 w 170"/>
                  <a:gd name="T53" fmla="*/ 240 h 240"/>
                  <a:gd name="T54" fmla="*/ 128 w 170"/>
                  <a:gd name="T55" fmla="*/ 240 h 240"/>
                  <a:gd name="T56" fmla="*/ 67 w 170"/>
                  <a:gd name="T57" fmla="*/ 135 h 240"/>
                  <a:gd name="T58" fmla="*/ 32 w 170"/>
                  <a:gd name="T59" fmla="*/ 135 h 240"/>
                  <a:gd name="T60" fmla="*/ 32 w 170"/>
                  <a:gd name="T61" fmla="*/ 240 h 240"/>
                  <a:gd name="T62" fmla="*/ 0 w 170"/>
                  <a:gd name="T63" fmla="*/ 240 h 240"/>
                  <a:gd name="T64" fmla="*/ 0 w 170"/>
                  <a:gd name="T65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70" h="240">
                    <a:moveTo>
                      <a:pt x="32" y="28"/>
                    </a:moveTo>
                    <a:lnTo>
                      <a:pt x="32" y="105"/>
                    </a:lnTo>
                    <a:lnTo>
                      <a:pt x="74" y="105"/>
                    </a:lnTo>
                    <a:lnTo>
                      <a:pt x="88" y="105"/>
                    </a:lnTo>
                    <a:lnTo>
                      <a:pt x="102" y="103"/>
                    </a:lnTo>
                    <a:lnTo>
                      <a:pt x="114" y="96"/>
                    </a:lnTo>
                    <a:lnTo>
                      <a:pt x="123" y="84"/>
                    </a:lnTo>
                    <a:lnTo>
                      <a:pt x="125" y="68"/>
                    </a:lnTo>
                    <a:lnTo>
                      <a:pt x="123" y="51"/>
                    </a:lnTo>
                    <a:lnTo>
                      <a:pt x="114" y="40"/>
                    </a:lnTo>
                    <a:lnTo>
                      <a:pt x="102" y="33"/>
                    </a:lnTo>
                    <a:lnTo>
                      <a:pt x="88" y="30"/>
                    </a:lnTo>
                    <a:lnTo>
                      <a:pt x="74" y="28"/>
                    </a:lnTo>
                    <a:lnTo>
                      <a:pt x="32" y="28"/>
                    </a:lnTo>
                    <a:close/>
                    <a:moveTo>
                      <a:pt x="0" y="0"/>
                    </a:moveTo>
                    <a:lnTo>
                      <a:pt x="83" y="0"/>
                    </a:lnTo>
                    <a:lnTo>
                      <a:pt x="109" y="2"/>
                    </a:lnTo>
                    <a:lnTo>
                      <a:pt x="130" y="12"/>
                    </a:lnTo>
                    <a:lnTo>
                      <a:pt x="144" y="23"/>
                    </a:lnTo>
                    <a:lnTo>
                      <a:pt x="153" y="37"/>
                    </a:lnTo>
                    <a:lnTo>
                      <a:pt x="158" y="51"/>
                    </a:lnTo>
                    <a:lnTo>
                      <a:pt x="160" y="68"/>
                    </a:lnTo>
                    <a:lnTo>
                      <a:pt x="156" y="89"/>
                    </a:lnTo>
                    <a:lnTo>
                      <a:pt x="144" y="110"/>
                    </a:lnTo>
                    <a:lnTo>
                      <a:pt x="125" y="124"/>
                    </a:lnTo>
                    <a:lnTo>
                      <a:pt x="102" y="131"/>
                    </a:lnTo>
                    <a:lnTo>
                      <a:pt x="170" y="240"/>
                    </a:lnTo>
                    <a:lnTo>
                      <a:pt x="128" y="240"/>
                    </a:lnTo>
                    <a:lnTo>
                      <a:pt x="67" y="135"/>
                    </a:lnTo>
                    <a:lnTo>
                      <a:pt x="32" y="135"/>
                    </a:lnTo>
                    <a:lnTo>
                      <a:pt x="32" y="240"/>
                    </a:lnTo>
                    <a:lnTo>
                      <a:pt x="0" y="2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" name="Freeform 19"/>
              <p:cNvSpPr>
                <a:spLocks/>
              </p:cNvSpPr>
              <p:nvPr userDrawn="1"/>
            </p:nvSpPr>
            <p:spPr bwMode="auto">
              <a:xfrm>
                <a:off x="6427788" y="4773613"/>
                <a:ext cx="255588" cy="381000"/>
              </a:xfrm>
              <a:custGeom>
                <a:avLst/>
                <a:gdLst>
                  <a:gd name="T0" fmla="*/ 0 w 161"/>
                  <a:gd name="T1" fmla="*/ 0 h 240"/>
                  <a:gd name="T2" fmla="*/ 156 w 161"/>
                  <a:gd name="T3" fmla="*/ 0 h 240"/>
                  <a:gd name="T4" fmla="*/ 156 w 161"/>
                  <a:gd name="T5" fmla="*/ 30 h 240"/>
                  <a:gd name="T6" fmla="*/ 33 w 161"/>
                  <a:gd name="T7" fmla="*/ 30 h 240"/>
                  <a:gd name="T8" fmla="*/ 33 w 161"/>
                  <a:gd name="T9" fmla="*/ 103 h 240"/>
                  <a:gd name="T10" fmla="*/ 147 w 161"/>
                  <a:gd name="T11" fmla="*/ 103 h 240"/>
                  <a:gd name="T12" fmla="*/ 147 w 161"/>
                  <a:gd name="T13" fmla="*/ 133 h 240"/>
                  <a:gd name="T14" fmla="*/ 33 w 161"/>
                  <a:gd name="T15" fmla="*/ 133 h 240"/>
                  <a:gd name="T16" fmla="*/ 33 w 161"/>
                  <a:gd name="T17" fmla="*/ 210 h 240"/>
                  <a:gd name="T18" fmla="*/ 161 w 161"/>
                  <a:gd name="T19" fmla="*/ 210 h 240"/>
                  <a:gd name="T20" fmla="*/ 161 w 161"/>
                  <a:gd name="T21" fmla="*/ 240 h 240"/>
                  <a:gd name="T22" fmla="*/ 0 w 161"/>
                  <a:gd name="T23" fmla="*/ 240 h 240"/>
                  <a:gd name="T24" fmla="*/ 0 w 161"/>
                  <a:gd name="T25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1" h="240">
                    <a:moveTo>
                      <a:pt x="0" y="0"/>
                    </a:moveTo>
                    <a:lnTo>
                      <a:pt x="156" y="0"/>
                    </a:lnTo>
                    <a:lnTo>
                      <a:pt x="156" y="30"/>
                    </a:lnTo>
                    <a:lnTo>
                      <a:pt x="33" y="30"/>
                    </a:lnTo>
                    <a:lnTo>
                      <a:pt x="33" y="103"/>
                    </a:lnTo>
                    <a:lnTo>
                      <a:pt x="147" y="103"/>
                    </a:lnTo>
                    <a:lnTo>
                      <a:pt x="147" y="133"/>
                    </a:lnTo>
                    <a:lnTo>
                      <a:pt x="33" y="133"/>
                    </a:lnTo>
                    <a:lnTo>
                      <a:pt x="33" y="210"/>
                    </a:lnTo>
                    <a:lnTo>
                      <a:pt x="161" y="210"/>
                    </a:lnTo>
                    <a:lnTo>
                      <a:pt x="161" y="240"/>
                    </a:lnTo>
                    <a:lnTo>
                      <a:pt x="0" y="2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" name="Freeform 20"/>
              <p:cNvSpPr>
                <a:spLocks/>
              </p:cNvSpPr>
              <p:nvPr userDrawn="1"/>
            </p:nvSpPr>
            <p:spPr bwMode="auto">
              <a:xfrm>
                <a:off x="6883400" y="4765676"/>
                <a:ext cx="334963" cy="396875"/>
              </a:xfrm>
              <a:custGeom>
                <a:avLst/>
                <a:gdLst>
                  <a:gd name="T0" fmla="*/ 123 w 211"/>
                  <a:gd name="T1" fmla="*/ 0 h 250"/>
                  <a:gd name="T2" fmla="*/ 156 w 211"/>
                  <a:gd name="T3" fmla="*/ 3 h 250"/>
                  <a:gd name="T4" fmla="*/ 184 w 211"/>
                  <a:gd name="T5" fmla="*/ 17 h 250"/>
                  <a:gd name="T6" fmla="*/ 207 w 211"/>
                  <a:gd name="T7" fmla="*/ 38 h 250"/>
                  <a:gd name="T8" fmla="*/ 181 w 211"/>
                  <a:gd name="T9" fmla="*/ 56 h 250"/>
                  <a:gd name="T10" fmla="*/ 165 w 211"/>
                  <a:gd name="T11" fmla="*/ 42 h 250"/>
                  <a:gd name="T12" fmla="*/ 144 w 211"/>
                  <a:gd name="T13" fmla="*/ 33 h 250"/>
                  <a:gd name="T14" fmla="*/ 123 w 211"/>
                  <a:gd name="T15" fmla="*/ 31 h 250"/>
                  <a:gd name="T16" fmla="*/ 93 w 211"/>
                  <a:gd name="T17" fmla="*/ 35 h 250"/>
                  <a:gd name="T18" fmla="*/ 67 w 211"/>
                  <a:gd name="T19" fmla="*/ 49 h 250"/>
                  <a:gd name="T20" fmla="*/ 49 w 211"/>
                  <a:gd name="T21" fmla="*/ 70 h 250"/>
                  <a:gd name="T22" fmla="*/ 37 w 211"/>
                  <a:gd name="T23" fmla="*/ 96 h 250"/>
                  <a:gd name="T24" fmla="*/ 35 w 211"/>
                  <a:gd name="T25" fmla="*/ 126 h 250"/>
                  <a:gd name="T26" fmla="*/ 37 w 211"/>
                  <a:gd name="T27" fmla="*/ 157 h 250"/>
                  <a:gd name="T28" fmla="*/ 49 w 211"/>
                  <a:gd name="T29" fmla="*/ 182 h 250"/>
                  <a:gd name="T30" fmla="*/ 67 w 211"/>
                  <a:gd name="T31" fmla="*/ 201 h 250"/>
                  <a:gd name="T32" fmla="*/ 93 w 211"/>
                  <a:gd name="T33" fmla="*/ 215 h 250"/>
                  <a:gd name="T34" fmla="*/ 123 w 211"/>
                  <a:gd name="T35" fmla="*/ 220 h 250"/>
                  <a:gd name="T36" fmla="*/ 149 w 211"/>
                  <a:gd name="T37" fmla="*/ 217 h 250"/>
                  <a:gd name="T38" fmla="*/ 170 w 211"/>
                  <a:gd name="T39" fmla="*/ 206 h 250"/>
                  <a:gd name="T40" fmla="*/ 186 w 211"/>
                  <a:gd name="T41" fmla="*/ 189 h 250"/>
                  <a:gd name="T42" fmla="*/ 211 w 211"/>
                  <a:gd name="T43" fmla="*/ 208 h 250"/>
                  <a:gd name="T44" fmla="*/ 205 w 211"/>
                  <a:gd name="T45" fmla="*/ 217 h 250"/>
                  <a:gd name="T46" fmla="*/ 193 w 211"/>
                  <a:gd name="T47" fmla="*/ 229 h 250"/>
                  <a:gd name="T48" fmla="*/ 174 w 211"/>
                  <a:gd name="T49" fmla="*/ 238 h 250"/>
                  <a:gd name="T50" fmla="*/ 151 w 211"/>
                  <a:gd name="T51" fmla="*/ 248 h 250"/>
                  <a:gd name="T52" fmla="*/ 121 w 211"/>
                  <a:gd name="T53" fmla="*/ 250 h 250"/>
                  <a:gd name="T54" fmla="*/ 86 w 211"/>
                  <a:gd name="T55" fmla="*/ 245 h 250"/>
                  <a:gd name="T56" fmla="*/ 56 w 211"/>
                  <a:gd name="T57" fmla="*/ 231 h 250"/>
                  <a:gd name="T58" fmla="*/ 32 w 211"/>
                  <a:gd name="T59" fmla="*/ 213 h 250"/>
                  <a:gd name="T60" fmla="*/ 14 w 211"/>
                  <a:gd name="T61" fmla="*/ 187 h 250"/>
                  <a:gd name="T62" fmla="*/ 2 w 211"/>
                  <a:gd name="T63" fmla="*/ 157 h 250"/>
                  <a:gd name="T64" fmla="*/ 0 w 211"/>
                  <a:gd name="T65" fmla="*/ 126 h 250"/>
                  <a:gd name="T66" fmla="*/ 4 w 211"/>
                  <a:gd name="T67" fmla="*/ 84 h 250"/>
                  <a:gd name="T68" fmla="*/ 21 w 211"/>
                  <a:gd name="T69" fmla="*/ 49 h 250"/>
                  <a:gd name="T70" fmla="*/ 49 w 211"/>
                  <a:gd name="T71" fmla="*/ 24 h 250"/>
                  <a:gd name="T72" fmla="*/ 83 w 211"/>
                  <a:gd name="T73" fmla="*/ 5 h 250"/>
                  <a:gd name="T74" fmla="*/ 123 w 211"/>
                  <a:gd name="T75" fmla="*/ 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11" h="250">
                    <a:moveTo>
                      <a:pt x="123" y="0"/>
                    </a:moveTo>
                    <a:lnTo>
                      <a:pt x="156" y="3"/>
                    </a:lnTo>
                    <a:lnTo>
                      <a:pt x="184" y="17"/>
                    </a:lnTo>
                    <a:lnTo>
                      <a:pt x="207" y="38"/>
                    </a:lnTo>
                    <a:lnTo>
                      <a:pt x="181" y="56"/>
                    </a:lnTo>
                    <a:lnTo>
                      <a:pt x="165" y="42"/>
                    </a:lnTo>
                    <a:lnTo>
                      <a:pt x="144" y="33"/>
                    </a:lnTo>
                    <a:lnTo>
                      <a:pt x="123" y="31"/>
                    </a:lnTo>
                    <a:lnTo>
                      <a:pt x="93" y="35"/>
                    </a:lnTo>
                    <a:lnTo>
                      <a:pt x="67" y="49"/>
                    </a:lnTo>
                    <a:lnTo>
                      <a:pt x="49" y="70"/>
                    </a:lnTo>
                    <a:lnTo>
                      <a:pt x="37" y="96"/>
                    </a:lnTo>
                    <a:lnTo>
                      <a:pt x="35" y="126"/>
                    </a:lnTo>
                    <a:lnTo>
                      <a:pt x="37" y="157"/>
                    </a:lnTo>
                    <a:lnTo>
                      <a:pt x="49" y="182"/>
                    </a:lnTo>
                    <a:lnTo>
                      <a:pt x="67" y="201"/>
                    </a:lnTo>
                    <a:lnTo>
                      <a:pt x="93" y="215"/>
                    </a:lnTo>
                    <a:lnTo>
                      <a:pt x="123" y="220"/>
                    </a:lnTo>
                    <a:lnTo>
                      <a:pt x="149" y="217"/>
                    </a:lnTo>
                    <a:lnTo>
                      <a:pt x="170" y="206"/>
                    </a:lnTo>
                    <a:lnTo>
                      <a:pt x="186" y="189"/>
                    </a:lnTo>
                    <a:lnTo>
                      <a:pt x="211" y="208"/>
                    </a:lnTo>
                    <a:lnTo>
                      <a:pt x="205" y="217"/>
                    </a:lnTo>
                    <a:lnTo>
                      <a:pt x="193" y="229"/>
                    </a:lnTo>
                    <a:lnTo>
                      <a:pt x="174" y="238"/>
                    </a:lnTo>
                    <a:lnTo>
                      <a:pt x="151" y="248"/>
                    </a:lnTo>
                    <a:lnTo>
                      <a:pt x="121" y="250"/>
                    </a:lnTo>
                    <a:lnTo>
                      <a:pt x="86" y="245"/>
                    </a:lnTo>
                    <a:lnTo>
                      <a:pt x="56" y="231"/>
                    </a:lnTo>
                    <a:lnTo>
                      <a:pt x="32" y="213"/>
                    </a:lnTo>
                    <a:lnTo>
                      <a:pt x="14" y="187"/>
                    </a:lnTo>
                    <a:lnTo>
                      <a:pt x="2" y="157"/>
                    </a:lnTo>
                    <a:lnTo>
                      <a:pt x="0" y="126"/>
                    </a:lnTo>
                    <a:lnTo>
                      <a:pt x="4" y="84"/>
                    </a:lnTo>
                    <a:lnTo>
                      <a:pt x="21" y="49"/>
                    </a:lnTo>
                    <a:lnTo>
                      <a:pt x="49" y="24"/>
                    </a:lnTo>
                    <a:lnTo>
                      <a:pt x="83" y="5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" name="Freeform 21"/>
              <p:cNvSpPr>
                <a:spLocks noEditPoints="1"/>
              </p:cNvSpPr>
              <p:nvPr userDrawn="1"/>
            </p:nvSpPr>
            <p:spPr bwMode="auto">
              <a:xfrm>
                <a:off x="7248525" y="4765676"/>
                <a:ext cx="395288" cy="396875"/>
              </a:xfrm>
              <a:custGeom>
                <a:avLst/>
                <a:gdLst>
                  <a:gd name="T0" fmla="*/ 123 w 249"/>
                  <a:gd name="T1" fmla="*/ 31 h 250"/>
                  <a:gd name="T2" fmla="*/ 93 w 249"/>
                  <a:gd name="T3" fmla="*/ 35 h 250"/>
                  <a:gd name="T4" fmla="*/ 70 w 249"/>
                  <a:gd name="T5" fmla="*/ 49 h 250"/>
                  <a:gd name="T6" fmla="*/ 49 w 249"/>
                  <a:gd name="T7" fmla="*/ 68 h 250"/>
                  <a:gd name="T8" fmla="*/ 37 w 249"/>
                  <a:gd name="T9" fmla="*/ 96 h 250"/>
                  <a:gd name="T10" fmla="*/ 35 w 249"/>
                  <a:gd name="T11" fmla="*/ 124 h 250"/>
                  <a:gd name="T12" fmla="*/ 37 w 249"/>
                  <a:gd name="T13" fmla="*/ 154 h 250"/>
                  <a:gd name="T14" fmla="*/ 49 w 249"/>
                  <a:gd name="T15" fmla="*/ 182 h 250"/>
                  <a:gd name="T16" fmla="*/ 70 w 249"/>
                  <a:gd name="T17" fmla="*/ 201 h 250"/>
                  <a:gd name="T18" fmla="*/ 93 w 249"/>
                  <a:gd name="T19" fmla="*/ 215 h 250"/>
                  <a:gd name="T20" fmla="*/ 123 w 249"/>
                  <a:gd name="T21" fmla="*/ 220 h 250"/>
                  <a:gd name="T22" fmla="*/ 154 w 249"/>
                  <a:gd name="T23" fmla="*/ 215 h 250"/>
                  <a:gd name="T24" fmla="*/ 179 w 249"/>
                  <a:gd name="T25" fmla="*/ 201 h 250"/>
                  <a:gd name="T26" fmla="*/ 198 w 249"/>
                  <a:gd name="T27" fmla="*/ 182 h 250"/>
                  <a:gd name="T28" fmla="*/ 210 w 249"/>
                  <a:gd name="T29" fmla="*/ 154 h 250"/>
                  <a:gd name="T30" fmla="*/ 214 w 249"/>
                  <a:gd name="T31" fmla="*/ 124 h 250"/>
                  <a:gd name="T32" fmla="*/ 210 w 249"/>
                  <a:gd name="T33" fmla="*/ 96 h 250"/>
                  <a:gd name="T34" fmla="*/ 198 w 249"/>
                  <a:gd name="T35" fmla="*/ 68 h 250"/>
                  <a:gd name="T36" fmla="*/ 179 w 249"/>
                  <a:gd name="T37" fmla="*/ 49 h 250"/>
                  <a:gd name="T38" fmla="*/ 154 w 249"/>
                  <a:gd name="T39" fmla="*/ 35 h 250"/>
                  <a:gd name="T40" fmla="*/ 123 w 249"/>
                  <a:gd name="T41" fmla="*/ 31 h 250"/>
                  <a:gd name="T42" fmla="*/ 123 w 249"/>
                  <a:gd name="T43" fmla="*/ 0 h 250"/>
                  <a:gd name="T44" fmla="*/ 165 w 249"/>
                  <a:gd name="T45" fmla="*/ 5 h 250"/>
                  <a:gd name="T46" fmla="*/ 200 w 249"/>
                  <a:gd name="T47" fmla="*/ 24 h 250"/>
                  <a:gd name="T48" fmla="*/ 226 w 249"/>
                  <a:gd name="T49" fmla="*/ 49 h 250"/>
                  <a:gd name="T50" fmla="*/ 242 w 249"/>
                  <a:gd name="T51" fmla="*/ 84 h 250"/>
                  <a:gd name="T52" fmla="*/ 249 w 249"/>
                  <a:gd name="T53" fmla="*/ 124 h 250"/>
                  <a:gd name="T54" fmla="*/ 242 w 249"/>
                  <a:gd name="T55" fmla="*/ 166 h 250"/>
                  <a:gd name="T56" fmla="*/ 226 w 249"/>
                  <a:gd name="T57" fmla="*/ 201 h 250"/>
                  <a:gd name="T58" fmla="*/ 200 w 249"/>
                  <a:gd name="T59" fmla="*/ 227 h 250"/>
                  <a:gd name="T60" fmla="*/ 165 w 249"/>
                  <a:gd name="T61" fmla="*/ 245 h 250"/>
                  <a:gd name="T62" fmla="*/ 123 w 249"/>
                  <a:gd name="T63" fmla="*/ 250 h 250"/>
                  <a:gd name="T64" fmla="*/ 84 w 249"/>
                  <a:gd name="T65" fmla="*/ 245 h 250"/>
                  <a:gd name="T66" fmla="*/ 49 w 249"/>
                  <a:gd name="T67" fmla="*/ 227 h 250"/>
                  <a:gd name="T68" fmla="*/ 23 w 249"/>
                  <a:gd name="T69" fmla="*/ 201 h 250"/>
                  <a:gd name="T70" fmla="*/ 5 w 249"/>
                  <a:gd name="T71" fmla="*/ 166 h 250"/>
                  <a:gd name="T72" fmla="*/ 0 w 249"/>
                  <a:gd name="T73" fmla="*/ 124 h 250"/>
                  <a:gd name="T74" fmla="*/ 5 w 249"/>
                  <a:gd name="T75" fmla="*/ 84 h 250"/>
                  <a:gd name="T76" fmla="*/ 23 w 249"/>
                  <a:gd name="T77" fmla="*/ 49 h 250"/>
                  <a:gd name="T78" fmla="*/ 49 w 249"/>
                  <a:gd name="T79" fmla="*/ 24 h 250"/>
                  <a:gd name="T80" fmla="*/ 84 w 249"/>
                  <a:gd name="T81" fmla="*/ 5 h 250"/>
                  <a:gd name="T82" fmla="*/ 123 w 249"/>
                  <a:gd name="T83" fmla="*/ 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49" h="250">
                    <a:moveTo>
                      <a:pt x="123" y="31"/>
                    </a:moveTo>
                    <a:lnTo>
                      <a:pt x="93" y="35"/>
                    </a:lnTo>
                    <a:lnTo>
                      <a:pt x="70" y="49"/>
                    </a:lnTo>
                    <a:lnTo>
                      <a:pt x="49" y="68"/>
                    </a:lnTo>
                    <a:lnTo>
                      <a:pt x="37" y="96"/>
                    </a:lnTo>
                    <a:lnTo>
                      <a:pt x="35" y="124"/>
                    </a:lnTo>
                    <a:lnTo>
                      <a:pt x="37" y="154"/>
                    </a:lnTo>
                    <a:lnTo>
                      <a:pt x="49" y="182"/>
                    </a:lnTo>
                    <a:lnTo>
                      <a:pt x="70" y="201"/>
                    </a:lnTo>
                    <a:lnTo>
                      <a:pt x="93" y="215"/>
                    </a:lnTo>
                    <a:lnTo>
                      <a:pt x="123" y="220"/>
                    </a:lnTo>
                    <a:lnTo>
                      <a:pt x="154" y="215"/>
                    </a:lnTo>
                    <a:lnTo>
                      <a:pt x="179" y="201"/>
                    </a:lnTo>
                    <a:lnTo>
                      <a:pt x="198" y="182"/>
                    </a:lnTo>
                    <a:lnTo>
                      <a:pt x="210" y="154"/>
                    </a:lnTo>
                    <a:lnTo>
                      <a:pt x="214" y="124"/>
                    </a:lnTo>
                    <a:lnTo>
                      <a:pt x="210" y="96"/>
                    </a:lnTo>
                    <a:lnTo>
                      <a:pt x="198" y="68"/>
                    </a:lnTo>
                    <a:lnTo>
                      <a:pt x="179" y="49"/>
                    </a:lnTo>
                    <a:lnTo>
                      <a:pt x="154" y="35"/>
                    </a:lnTo>
                    <a:lnTo>
                      <a:pt x="123" y="31"/>
                    </a:lnTo>
                    <a:close/>
                    <a:moveTo>
                      <a:pt x="123" y="0"/>
                    </a:moveTo>
                    <a:lnTo>
                      <a:pt x="165" y="5"/>
                    </a:lnTo>
                    <a:lnTo>
                      <a:pt x="200" y="24"/>
                    </a:lnTo>
                    <a:lnTo>
                      <a:pt x="226" y="49"/>
                    </a:lnTo>
                    <a:lnTo>
                      <a:pt x="242" y="84"/>
                    </a:lnTo>
                    <a:lnTo>
                      <a:pt x="249" y="124"/>
                    </a:lnTo>
                    <a:lnTo>
                      <a:pt x="242" y="166"/>
                    </a:lnTo>
                    <a:lnTo>
                      <a:pt x="226" y="201"/>
                    </a:lnTo>
                    <a:lnTo>
                      <a:pt x="200" y="227"/>
                    </a:lnTo>
                    <a:lnTo>
                      <a:pt x="165" y="245"/>
                    </a:lnTo>
                    <a:lnTo>
                      <a:pt x="123" y="250"/>
                    </a:lnTo>
                    <a:lnTo>
                      <a:pt x="84" y="245"/>
                    </a:lnTo>
                    <a:lnTo>
                      <a:pt x="49" y="227"/>
                    </a:lnTo>
                    <a:lnTo>
                      <a:pt x="23" y="201"/>
                    </a:lnTo>
                    <a:lnTo>
                      <a:pt x="5" y="166"/>
                    </a:lnTo>
                    <a:lnTo>
                      <a:pt x="0" y="124"/>
                    </a:lnTo>
                    <a:lnTo>
                      <a:pt x="5" y="84"/>
                    </a:lnTo>
                    <a:lnTo>
                      <a:pt x="23" y="49"/>
                    </a:lnTo>
                    <a:lnTo>
                      <a:pt x="49" y="24"/>
                    </a:lnTo>
                    <a:lnTo>
                      <a:pt x="84" y="5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" name="Freeform 22"/>
              <p:cNvSpPr>
                <a:spLocks/>
              </p:cNvSpPr>
              <p:nvPr userDrawn="1"/>
            </p:nvSpPr>
            <p:spPr bwMode="auto">
              <a:xfrm>
                <a:off x="7718425" y="4773613"/>
                <a:ext cx="328613" cy="381000"/>
              </a:xfrm>
              <a:custGeom>
                <a:avLst/>
                <a:gdLst>
                  <a:gd name="T0" fmla="*/ 0 w 207"/>
                  <a:gd name="T1" fmla="*/ 0 h 240"/>
                  <a:gd name="T2" fmla="*/ 42 w 207"/>
                  <a:gd name="T3" fmla="*/ 0 h 240"/>
                  <a:gd name="T4" fmla="*/ 172 w 207"/>
                  <a:gd name="T5" fmla="*/ 198 h 240"/>
                  <a:gd name="T6" fmla="*/ 174 w 207"/>
                  <a:gd name="T7" fmla="*/ 198 h 240"/>
                  <a:gd name="T8" fmla="*/ 174 w 207"/>
                  <a:gd name="T9" fmla="*/ 0 h 240"/>
                  <a:gd name="T10" fmla="*/ 207 w 207"/>
                  <a:gd name="T11" fmla="*/ 0 h 240"/>
                  <a:gd name="T12" fmla="*/ 207 w 207"/>
                  <a:gd name="T13" fmla="*/ 240 h 240"/>
                  <a:gd name="T14" fmla="*/ 165 w 207"/>
                  <a:gd name="T15" fmla="*/ 240 h 240"/>
                  <a:gd name="T16" fmla="*/ 32 w 207"/>
                  <a:gd name="T17" fmla="*/ 42 h 240"/>
                  <a:gd name="T18" fmla="*/ 32 w 207"/>
                  <a:gd name="T19" fmla="*/ 42 h 240"/>
                  <a:gd name="T20" fmla="*/ 32 w 207"/>
                  <a:gd name="T21" fmla="*/ 240 h 240"/>
                  <a:gd name="T22" fmla="*/ 0 w 207"/>
                  <a:gd name="T23" fmla="*/ 240 h 240"/>
                  <a:gd name="T24" fmla="*/ 0 w 207"/>
                  <a:gd name="T25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7" h="240">
                    <a:moveTo>
                      <a:pt x="0" y="0"/>
                    </a:moveTo>
                    <a:lnTo>
                      <a:pt x="42" y="0"/>
                    </a:lnTo>
                    <a:lnTo>
                      <a:pt x="172" y="198"/>
                    </a:lnTo>
                    <a:lnTo>
                      <a:pt x="174" y="198"/>
                    </a:lnTo>
                    <a:lnTo>
                      <a:pt x="174" y="0"/>
                    </a:lnTo>
                    <a:lnTo>
                      <a:pt x="207" y="0"/>
                    </a:lnTo>
                    <a:lnTo>
                      <a:pt x="207" y="240"/>
                    </a:lnTo>
                    <a:lnTo>
                      <a:pt x="165" y="240"/>
                    </a:lnTo>
                    <a:lnTo>
                      <a:pt x="32" y="42"/>
                    </a:lnTo>
                    <a:lnTo>
                      <a:pt x="32" y="42"/>
                    </a:lnTo>
                    <a:lnTo>
                      <a:pt x="32" y="240"/>
                    </a:lnTo>
                    <a:lnTo>
                      <a:pt x="0" y="2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" name="Freeform 23"/>
              <p:cNvSpPr>
                <a:spLocks/>
              </p:cNvSpPr>
              <p:nvPr userDrawn="1"/>
            </p:nvSpPr>
            <p:spPr bwMode="auto">
              <a:xfrm>
                <a:off x="8131175" y="4773613"/>
                <a:ext cx="328613" cy="381000"/>
              </a:xfrm>
              <a:custGeom>
                <a:avLst/>
                <a:gdLst>
                  <a:gd name="T0" fmla="*/ 0 w 207"/>
                  <a:gd name="T1" fmla="*/ 0 h 240"/>
                  <a:gd name="T2" fmla="*/ 42 w 207"/>
                  <a:gd name="T3" fmla="*/ 0 h 240"/>
                  <a:gd name="T4" fmla="*/ 175 w 207"/>
                  <a:gd name="T5" fmla="*/ 198 h 240"/>
                  <a:gd name="T6" fmla="*/ 175 w 207"/>
                  <a:gd name="T7" fmla="*/ 198 h 240"/>
                  <a:gd name="T8" fmla="*/ 175 w 207"/>
                  <a:gd name="T9" fmla="*/ 0 h 240"/>
                  <a:gd name="T10" fmla="*/ 207 w 207"/>
                  <a:gd name="T11" fmla="*/ 0 h 240"/>
                  <a:gd name="T12" fmla="*/ 207 w 207"/>
                  <a:gd name="T13" fmla="*/ 240 h 240"/>
                  <a:gd name="T14" fmla="*/ 166 w 207"/>
                  <a:gd name="T15" fmla="*/ 240 h 240"/>
                  <a:gd name="T16" fmla="*/ 33 w 207"/>
                  <a:gd name="T17" fmla="*/ 42 h 240"/>
                  <a:gd name="T18" fmla="*/ 33 w 207"/>
                  <a:gd name="T19" fmla="*/ 42 h 240"/>
                  <a:gd name="T20" fmla="*/ 33 w 207"/>
                  <a:gd name="T21" fmla="*/ 240 h 240"/>
                  <a:gd name="T22" fmla="*/ 0 w 207"/>
                  <a:gd name="T23" fmla="*/ 240 h 240"/>
                  <a:gd name="T24" fmla="*/ 0 w 207"/>
                  <a:gd name="T25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7" h="240">
                    <a:moveTo>
                      <a:pt x="0" y="0"/>
                    </a:moveTo>
                    <a:lnTo>
                      <a:pt x="42" y="0"/>
                    </a:lnTo>
                    <a:lnTo>
                      <a:pt x="175" y="198"/>
                    </a:lnTo>
                    <a:lnTo>
                      <a:pt x="175" y="198"/>
                    </a:lnTo>
                    <a:lnTo>
                      <a:pt x="175" y="0"/>
                    </a:lnTo>
                    <a:lnTo>
                      <a:pt x="207" y="0"/>
                    </a:lnTo>
                    <a:lnTo>
                      <a:pt x="207" y="240"/>
                    </a:lnTo>
                    <a:lnTo>
                      <a:pt x="166" y="240"/>
                    </a:lnTo>
                    <a:lnTo>
                      <a:pt x="33" y="42"/>
                    </a:lnTo>
                    <a:lnTo>
                      <a:pt x="33" y="42"/>
                    </a:lnTo>
                    <a:lnTo>
                      <a:pt x="33" y="240"/>
                    </a:lnTo>
                    <a:lnTo>
                      <a:pt x="0" y="2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" name="Freeform 24"/>
              <p:cNvSpPr>
                <a:spLocks/>
              </p:cNvSpPr>
              <p:nvPr userDrawn="1"/>
            </p:nvSpPr>
            <p:spPr bwMode="auto">
              <a:xfrm>
                <a:off x="8559800" y="4773613"/>
                <a:ext cx="252413" cy="381000"/>
              </a:xfrm>
              <a:custGeom>
                <a:avLst/>
                <a:gdLst>
                  <a:gd name="T0" fmla="*/ 0 w 159"/>
                  <a:gd name="T1" fmla="*/ 0 h 240"/>
                  <a:gd name="T2" fmla="*/ 154 w 159"/>
                  <a:gd name="T3" fmla="*/ 0 h 240"/>
                  <a:gd name="T4" fmla="*/ 154 w 159"/>
                  <a:gd name="T5" fmla="*/ 30 h 240"/>
                  <a:gd name="T6" fmla="*/ 31 w 159"/>
                  <a:gd name="T7" fmla="*/ 30 h 240"/>
                  <a:gd name="T8" fmla="*/ 31 w 159"/>
                  <a:gd name="T9" fmla="*/ 103 h 240"/>
                  <a:gd name="T10" fmla="*/ 145 w 159"/>
                  <a:gd name="T11" fmla="*/ 103 h 240"/>
                  <a:gd name="T12" fmla="*/ 145 w 159"/>
                  <a:gd name="T13" fmla="*/ 133 h 240"/>
                  <a:gd name="T14" fmla="*/ 31 w 159"/>
                  <a:gd name="T15" fmla="*/ 133 h 240"/>
                  <a:gd name="T16" fmla="*/ 31 w 159"/>
                  <a:gd name="T17" fmla="*/ 210 h 240"/>
                  <a:gd name="T18" fmla="*/ 159 w 159"/>
                  <a:gd name="T19" fmla="*/ 210 h 240"/>
                  <a:gd name="T20" fmla="*/ 159 w 159"/>
                  <a:gd name="T21" fmla="*/ 240 h 240"/>
                  <a:gd name="T22" fmla="*/ 0 w 159"/>
                  <a:gd name="T23" fmla="*/ 240 h 240"/>
                  <a:gd name="T24" fmla="*/ 0 w 159"/>
                  <a:gd name="T25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9" h="240">
                    <a:moveTo>
                      <a:pt x="0" y="0"/>
                    </a:moveTo>
                    <a:lnTo>
                      <a:pt x="154" y="0"/>
                    </a:lnTo>
                    <a:lnTo>
                      <a:pt x="154" y="30"/>
                    </a:lnTo>
                    <a:lnTo>
                      <a:pt x="31" y="30"/>
                    </a:lnTo>
                    <a:lnTo>
                      <a:pt x="31" y="103"/>
                    </a:lnTo>
                    <a:lnTo>
                      <a:pt x="145" y="103"/>
                    </a:lnTo>
                    <a:lnTo>
                      <a:pt x="145" y="133"/>
                    </a:lnTo>
                    <a:lnTo>
                      <a:pt x="31" y="133"/>
                    </a:lnTo>
                    <a:lnTo>
                      <a:pt x="31" y="210"/>
                    </a:lnTo>
                    <a:lnTo>
                      <a:pt x="159" y="210"/>
                    </a:lnTo>
                    <a:lnTo>
                      <a:pt x="159" y="240"/>
                    </a:lnTo>
                    <a:lnTo>
                      <a:pt x="0" y="2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Freeform 25"/>
              <p:cNvSpPr>
                <a:spLocks/>
              </p:cNvSpPr>
              <p:nvPr userDrawn="1"/>
            </p:nvSpPr>
            <p:spPr bwMode="auto">
              <a:xfrm>
                <a:off x="8863013" y="4765676"/>
                <a:ext cx="336550" cy="396875"/>
              </a:xfrm>
              <a:custGeom>
                <a:avLst/>
                <a:gdLst>
                  <a:gd name="T0" fmla="*/ 123 w 212"/>
                  <a:gd name="T1" fmla="*/ 0 h 250"/>
                  <a:gd name="T2" fmla="*/ 156 w 212"/>
                  <a:gd name="T3" fmla="*/ 3 h 250"/>
                  <a:gd name="T4" fmla="*/ 184 w 212"/>
                  <a:gd name="T5" fmla="*/ 17 h 250"/>
                  <a:gd name="T6" fmla="*/ 207 w 212"/>
                  <a:gd name="T7" fmla="*/ 38 h 250"/>
                  <a:gd name="T8" fmla="*/ 179 w 212"/>
                  <a:gd name="T9" fmla="*/ 56 h 250"/>
                  <a:gd name="T10" fmla="*/ 165 w 212"/>
                  <a:gd name="T11" fmla="*/ 42 h 250"/>
                  <a:gd name="T12" fmla="*/ 144 w 212"/>
                  <a:gd name="T13" fmla="*/ 33 h 250"/>
                  <a:gd name="T14" fmla="*/ 123 w 212"/>
                  <a:gd name="T15" fmla="*/ 31 h 250"/>
                  <a:gd name="T16" fmla="*/ 93 w 212"/>
                  <a:gd name="T17" fmla="*/ 35 h 250"/>
                  <a:gd name="T18" fmla="*/ 68 w 212"/>
                  <a:gd name="T19" fmla="*/ 49 h 250"/>
                  <a:gd name="T20" fmla="*/ 49 w 212"/>
                  <a:gd name="T21" fmla="*/ 70 h 250"/>
                  <a:gd name="T22" fmla="*/ 37 w 212"/>
                  <a:gd name="T23" fmla="*/ 96 h 250"/>
                  <a:gd name="T24" fmla="*/ 33 w 212"/>
                  <a:gd name="T25" fmla="*/ 126 h 250"/>
                  <a:gd name="T26" fmla="*/ 37 w 212"/>
                  <a:gd name="T27" fmla="*/ 157 h 250"/>
                  <a:gd name="T28" fmla="*/ 49 w 212"/>
                  <a:gd name="T29" fmla="*/ 182 h 250"/>
                  <a:gd name="T30" fmla="*/ 68 w 212"/>
                  <a:gd name="T31" fmla="*/ 201 h 250"/>
                  <a:gd name="T32" fmla="*/ 93 w 212"/>
                  <a:gd name="T33" fmla="*/ 215 h 250"/>
                  <a:gd name="T34" fmla="*/ 123 w 212"/>
                  <a:gd name="T35" fmla="*/ 220 h 250"/>
                  <a:gd name="T36" fmla="*/ 147 w 212"/>
                  <a:gd name="T37" fmla="*/ 217 h 250"/>
                  <a:gd name="T38" fmla="*/ 168 w 212"/>
                  <a:gd name="T39" fmla="*/ 206 h 250"/>
                  <a:gd name="T40" fmla="*/ 184 w 212"/>
                  <a:gd name="T41" fmla="*/ 189 h 250"/>
                  <a:gd name="T42" fmla="*/ 212 w 212"/>
                  <a:gd name="T43" fmla="*/ 208 h 250"/>
                  <a:gd name="T44" fmla="*/ 205 w 212"/>
                  <a:gd name="T45" fmla="*/ 217 h 250"/>
                  <a:gd name="T46" fmla="*/ 193 w 212"/>
                  <a:gd name="T47" fmla="*/ 229 h 250"/>
                  <a:gd name="T48" fmla="*/ 175 w 212"/>
                  <a:gd name="T49" fmla="*/ 238 h 250"/>
                  <a:gd name="T50" fmla="*/ 151 w 212"/>
                  <a:gd name="T51" fmla="*/ 248 h 250"/>
                  <a:gd name="T52" fmla="*/ 121 w 212"/>
                  <a:gd name="T53" fmla="*/ 250 h 250"/>
                  <a:gd name="T54" fmla="*/ 86 w 212"/>
                  <a:gd name="T55" fmla="*/ 245 h 250"/>
                  <a:gd name="T56" fmla="*/ 56 w 212"/>
                  <a:gd name="T57" fmla="*/ 231 h 250"/>
                  <a:gd name="T58" fmla="*/ 33 w 212"/>
                  <a:gd name="T59" fmla="*/ 213 h 250"/>
                  <a:gd name="T60" fmla="*/ 14 w 212"/>
                  <a:gd name="T61" fmla="*/ 187 h 250"/>
                  <a:gd name="T62" fmla="*/ 2 w 212"/>
                  <a:gd name="T63" fmla="*/ 157 h 250"/>
                  <a:gd name="T64" fmla="*/ 0 w 212"/>
                  <a:gd name="T65" fmla="*/ 126 h 250"/>
                  <a:gd name="T66" fmla="*/ 5 w 212"/>
                  <a:gd name="T67" fmla="*/ 84 h 250"/>
                  <a:gd name="T68" fmla="*/ 21 w 212"/>
                  <a:gd name="T69" fmla="*/ 49 h 250"/>
                  <a:gd name="T70" fmla="*/ 49 w 212"/>
                  <a:gd name="T71" fmla="*/ 24 h 250"/>
                  <a:gd name="T72" fmla="*/ 82 w 212"/>
                  <a:gd name="T73" fmla="*/ 5 h 250"/>
                  <a:gd name="T74" fmla="*/ 123 w 212"/>
                  <a:gd name="T75" fmla="*/ 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12" h="250">
                    <a:moveTo>
                      <a:pt x="123" y="0"/>
                    </a:moveTo>
                    <a:lnTo>
                      <a:pt x="156" y="3"/>
                    </a:lnTo>
                    <a:lnTo>
                      <a:pt x="184" y="17"/>
                    </a:lnTo>
                    <a:lnTo>
                      <a:pt x="207" y="38"/>
                    </a:lnTo>
                    <a:lnTo>
                      <a:pt x="179" y="56"/>
                    </a:lnTo>
                    <a:lnTo>
                      <a:pt x="165" y="42"/>
                    </a:lnTo>
                    <a:lnTo>
                      <a:pt x="144" y="33"/>
                    </a:lnTo>
                    <a:lnTo>
                      <a:pt x="123" y="31"/>
                    </a:lnTo>
                    <a:lnTo>
                      <a:pt x="93" y="35"/>
                    </a:lnTo>
                    <a:lnTo>
                      <a:pt x="68" y="49"/>
                    </a:lnTo>
                    <a:lnTo>
                      <a:pt x="49" y="70"/>
                    </a:lnTo>
                    <a:lnTo>
                      <a:pt x="37" y="96"/>
                    </a:lnTo>
                    <a:lnTo>
                      <a:pt x="33" y="126"/>
                    </a:lnTo>
                    <a:lnTo>
                      <a:pt x="37" y="157"/>
                    </a:lnTo>
                    <a:lnTo>
                      <a:pt x="49" y="182"/>
                    </a:lnTo>
                    <a:lnTo>
                      <a:pt x="68" y="201"/>
                    </a:lnTo>
                    <a:lnTo>
                      <a:pt x="93" y="215"/>
                    </a:lnTo>
                    <a:lnTo>
                      <a:pt x="123" y="220"/>
                    </a:lnTo>
                    <a:lnTo>
                      <a:pt x="147" y="217"/>
                    </a:lnTo>
                    <a:lnTo>
                      <a:pt x="168" y="206"/>
                    </a:lnTo>
                    <a:lnTo>
                      <a:pt x="184" y="189"/>
                    </a:lnTo>
                    <a:lnTo>
                      <a:pt x="212" y="208"/>
                    </a:lnTo>
                    <a:lnTo>
                      <a:pt x="205" y="217"/>
                    </a:lnTo>
                    <a:lnTo>
                      <a:pt x="193" y="229"/>
                    </a:lnTo>
                    <a:lnTo>
                      <a:pt x="175" y="238"/>
                    </a:lnTo>
                    <a:lnTo>
                      <a:pt x="151" y="248"/>
                    </a:lnTo>
                    <a:lnTo>
                      <a:pt x="121" y="250"/>
                    </a:lnTo>
                    <a:lnTo>
                      <a:pt x="86" y="245"/>
                    </a:lnTo>
                    <a:lnTo>
                      <a:pt x="56" y="231"/>
                    </a:lnTo>
                    <a:lnTo>
                      <a:pt x="33" y="213"/>
                    </a:lnTo>
                    <a:lnTo>
                      <a:pt x="14" y="187"/>
                    </a:lnTo>
                    <a:lnTo>
                      <a:pt x="2" y="157"/>
                    </a:lnTo>
                    <a:lnTo>
                      <a:pt x="0" y="126"/>
                    </a:lnTo>
                    <a:lnTo>
                      <a:pt x="5" y="84"/>
                    </a:lnTo>
                    <a:lnTo>
                      <a:pt x="21" y="49"/>
                    </a:lnTo>
                    <a:lnTo>
                      <a:pt x="49" y="24"/>
                    </a:lnTo>
                    <a:lnTo>
                      <a:pt x="82" y="5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Freeform 26"/>
              <p:cNvSpPr>
                <a:spLocks/>
              </p:cNvSpPr>
              <p:nvPr userDrawn="1"/>
            </p:nvSpPr>
            <p:spPr bwMode="auto">
              <a:xfrm>
                <a:off x="9218613" y="4773613"/>
                <a:ext cx="295275" cy="381000"/>
              </a:xfrm>
              <a:custGeom>
                <a:avLst/>
                <a:gdLst>
                  <a:gd name="T0" fmla="*/ 0 w 186"/>
                  <a:gd name="T1" fmla="*/ 0 h 240"/>
                  <a:gd name="T2" fmla="*/ 186 w 186"/>
                  <a:gd name="T3" fmla="*/ 0 h 240"/>
                  <a:gd name="T4" fmla="*/ 186 w 186"/>
                  <a:gd name="T5" fmla="*/ 30 h 240"/>
                  <a:gd name="T6" fmla="*/ 109 w 186"/>
                  <a:gd name="T7" fmla="*/ 30 h 240"/>
                  <a:gd name="T8" fmla="*/ 109 w 186"/>
                  <a:gd name="T9" fmla="*/ 240 h 240"/>
                  <a:gd name="T10" fmla="*/ 76 w 186"/>
                  <a:gd name="T11" fmla="*/ 240 h 240"/>
                  <a:gd name="T12" fmla="*/ 76 w 186"/>
                  <a:gd name="T13" fmla="*/ 30 h 240"/>
                  <a:gd name="T14" fmla="*/ 0 w 186"/>
                  <a:gd name="T15" fmla="*/ 30 h 240"/>
                  <a:gd name="T16" fmla="*/ 0 w 186"/>
                  <a:gd name="T17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6" h="240">
                    <a:moveTo>
                      <a:pt x="0" y="0"/>
                    </a:moveTo>
                    <a:lnTo>
                      <a:pt x="186" y="0"/>
                    </a:lnTo>
                    <a:lnTo>
                      <a:pt x="186" y="30"/>
                    </a:lnTo>
                    <a:lnTo>
                      <a:pt x="109" y="30"/>
                    </a:lnTo>
                    <a:lnTo>
                      <a:pt x="109" y="240"/>
                    </a:lnTo>
                    <a:lnTo>
                      <a:pt x="76" y="240"/>
                    </a:lnTo>
                    <a:lnTo>
                      <a:pt x="76" y="30"/>
                    </a:lnTo>
                    <a:lnTo>
                      <a:pt x="0" y="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Rectangle 27"/>
              <p:cNvSpPr>
                <a:spLocks noChangeArrowheads="1"/>
              </p:cNvSpPr>
              <p:nvPr userDrawn="1"/>
            </p:nvSpPr>
            <p:spPr bwMode="auto">
              <a:xfrm>
                <a:off x="9569450" y="4773613"/>
                <a:ext cx="50800" cy="38100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Freeform 28"/>
              <p:cNvSpPr>
                <a:spLocks noEditPoints="1"/>
              </p:cNvSpPr>
              <p:nvPr userDrawn="1"/>
            </p:nvSpPr>
            <p:spPr bwMode="auto">
              <a:xfrm>
                <a:off x="9683750" y="4765676"/>
                <a:ext cx="395288" cy="396875"/>
              </a:xfrm>
              <a:custGeom>
                <a:avLst/>
                <a:gdLst>
                  <a:gd name="T0" fmla="*/ 125 w 249"/>
                  <a:gd name="T1" fmla="*/ 31 h 250"/>
                  <a:gd name="T2" fmla="*/ 95 w 249"/>
                  <a:gd name="T3" fmla="*/ 35 h 250"/>
                  <a:gd name="T4" fmla="*/ 70 w 249"/>
                  <a:gd name="T5" fmla="*/ 49 h 250"/>
                  <a:gd name="T6" fmla="*/ 51 w 249"/>
                  <a:gd name="T7" fmla="*/ 68 h 250"/>
                  <a:gd name="T8" fmla="*/ 39 w 249"/>
                  <a:gd name="T9" fmla="*/ 96 h 250"/>
                  <a:gd name="T10" fmla="*/ 35 w 249"/>
                  <a:gd name="T11" fmla="*/ 124 h 250"/>
                  <a:gd name="T12" fmla="*/ 39 w 249"/>
                  <a:gd name="T13" fmla="*/ 154 h 250"/>
                  <a:gd name="T14" fmla="*/ 51 w 249"/>
                  <a:gd name="T15" fmla="*/ 182 h 250"/>
                  <a:gd name="T16" fmla="*/ 70 w 249"/>
                  <a:gd name="T17" fmla="*/ 201 h 250"/>
                  <a:gd name="T18" fmla="*/ 95 w 249"/>
                  <a:gd name="T19" fmla="*/ 215 h 250"/>
                  <a:gd name="T20" fmla="*/ 125 w 249"/>
                  <a:gd name="T21" fmla="*/ 220 h 250"/>
                  <a:gd name="T22" fmla="*/ 156 w 249"/>
                  <a:gd name="T23" fmla="*/ 215 h 250"/>
                  <a:gd name="T24" fmla="*/ 179 w 249"/>
                  <a:gd name="T25" fmla="*/ 201 h 250"/>
                  <a:gd name="T26" fmla="*/ 198 w 249"/>
                  <a:gd name="T27" fmla="*/ 182 h 250"/>
                  <a:gd name="T28" fmla="*/ 212 w 249"/>
                  <a:gd name="T29" fmla="*/ 154 h 250"/>
                  <a:gd name="T30" fmla="*/ 214 w 249"/>
                  <a:gd name="T31" fmla="*/ 124 h 250"/>
                  <a:gd name="T32" fmla="*/ 212 w 249"/>
                  <a:gd name="T33" fmla="*/ 96 h 250"/>
                  <a:gd name="T34" fmla="*/ 198 w 249"/>
                  <a:gd name="T35" fmla="*/ 68 h 250"/>
                  <a:gd name="T36" fmla="*/ 179 w 249"/>
                  <a:gd name="T37" fmla="*/ 49 h 250"/>
                  <a:gd name="T38" fmla="*/ 156 w 249"/>
                  <a:gd name="T39" fmla="*/ 35 h 250"/>
                  <a:gd name="T40" fmla="*/ 125 w 249"/>
                  <a:gd name="T41" fmla="*/ 31 h 250"/>
                  <a:gd name="T42" fmla="*/ 125 w 249"/>
                  <a:gd name="T43" fmla="*/ 0 h 250"/>
                  <a:gd name="T44" fmla="*/ 165 w 249"/>
                  <a:gd name="T45" fmla="*/ 5 h 250"/>
                  <a:gd name="T46" fmla="*/ 200 w 249"/>
                  <a:gd name="T47" fmla="*/ 24 h 250"/>
                  <a:gd name="T48" fmla="*/ 226 w 249"/>
                  <a:gd name="T49" fmla="*/ 49 h 250"/>
                  <a:gd name="T50" fmla="*/ 244 w 249"/>
                  <a:gd name="T51" fmla="*/ 84 h 250"/>
                  <a:gd name="T52" fmla="*/ 249 w 249"/>
                  <a:gd name="T53" fmla="*/ 124 h 250"/>
                  <a:gd name="T54" fmla="*/ 244 w 249"/>
                  <a:gd name="T55" fmla="*/ 166 h 250"/>
                  <a:gd name="T56" fmla="*/ 226 w 249"/>
                  <a:gd name="T57" fmla="*/ 201 h 250"/>
                  <a:gd name="T58" fmla="*/ 200 w 249"/>
                  <a:gd name="T59" fmla="*/ 227 h 250"/>
                  <a:gd name="T60" fmla="*/ 165 w 249"/>
                  <a:gd name="T61" fmla="*/ 245 h 250"/>
                  <a:gd name="T62" fmla="*/ 125 w 249"/>
                  <a:gd name="T63" fmla="*/ 250 h 250"/>
                  <a:gd name="T64" fmla="*/ 84 w 249"/>
                  <a:gd name="T65" fmla="*/ 245 h 250"/>
                  <a:gd name="T66" fmla="*/ 49 w 249"/>
                  <a:gd name="T67" fmla="*/ 227 h 250"/>
                  <a:gd name="T68" fmla="*/ 23 w 249"/>
                  <a:gd name="T69" fmla="*/ 201 h 250"/>
                  <a:gd name="T70" fmla="*/ 7 w 249"/>
                  <a:gd name="T71" fmla="*/ 166 h 250"/>
                  <a:gd name="T72" fmla="*/ 0 w 249"/>
                  <a:gd name="T73" fmla="*/ 124 h 250"/>
                  <a:gd name="T74" fmla="*/ 7 w 249"/>
                  <a:gd name="T75" fmla="*/ 84 h 250"/>
                  <a:gd name="T76" fmla="*/ 23 w 249"/>
                  <a:gd name="T77" fmla="*/ 49 h 250"/>
                  <a:gd name="T78" fmla="*/ 49 w 249"/>
                  <a:gd name="T79" fmla="*/ 24 h 250"/>
                  <a:gd name="T80" fmla="*/ 84 w 249"/>
                  <a:gd name="T81" fmla="*/ 5 h 250"/>
                  <a:gd name="T82" fmla="*/ 125 w 249"/>
                  <a:gd name="T83" fmla="*/ 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49" h="250">
                    <a:moveTo>
                      <a:pt x="125" y="31"/>
                    </a:moveTo>
                    <a:lnTo>
                      <a:pt x="95" y="35"/>
                    </a:lnTo>
                    <a:lnTo>
                      <a:pt x="70" y="49"/>
                    </a:lnTo>
                    <a:lnTo>
                      <a:pt x="51" y="68"/>
                    </a:lnTo>
                    <a:lnTo>
                      <a:pt x="39" y="96"/>
                    </a:lnTo>
                    <a:lnTo>
                      <a:pt x="35" y="124"/>
                    </a:lnTo>
                    <a:lnTo>
                      <a:pt x="39" y="154"/>
                    </a:lnTo>
                    <a:lnTo>
                      <a:pt x="51" y="182"/>
                    </a:lnTo>
                    <a:lnTo>
                      <a:pt x="70" y="201"/>
                    </a:lnTo>
                    <a:lnTo>
                      <a:pt x="95" y="215"/>
                    </a:lnTo>
                    <a:lnTo>
                      <a:pt x="125" y="220"/>
                    </a:lnTo>
                    <a:lnTo>
                      <a:pt x="156" y="215"/>
                    </a:lnTo>
                    <a:lnTo>
                      <a:pt x="179" y="201"/>
                    </a:lnTo>
                    <a:lnTo>
                      <a:pt x="198" y="182"/>
                    </a:lnTo>
                    <a:lnTo>
                      <a:pt x="212" y="154"/>
                    </a:lnTo>
                    <a:lnTo>
                      <a:pt x="214" y="124"/>
                    </a:lnTo>
                    <a:lnTo>
                      <a:pt x="212" y="96"/>
                    </a:lnTo>
                    <a:lnTo>
                      <a:pt x="198" y="68"/>
                    </a:lnTo>
                    <a:lnTo>
                      <a:pt x="179" y="49"/>
                    </a:lnTo>
                    <a:lnTo>
                      <a:pt x="156" y="35"/>
                    </a:lnTo>
                    <a:lnTo>
                      <a:pt x="125" y="31"/>
                    </a:lnTo>
                    <a:close/>
                    <a:moveTo>
                      <a:pt x="125" y="0"/>
                    </a:moveTo>
                    <a:lnTo>
                      <a:pt x="165" y="5"/>
                    </a:lnTo>
                    <a:lnTo>
                      <a:pt x="200" y="24"/>
                    </a:lnTo>
                    <a:lnTo>
                      <a:pt x="226" y="49"/>
                    </a:lnTo>
                    <a:lnTo>
                      <a:pt x="244" y="84"/>
                    </a:lnTo>
                    <a:lnTo>
                      <a:pt x="249" y="124"/>
                    </a:lnTo>
                    <a:lnTo>
                      <a:pt x="244" y="166"/>
                    </a:lnTo>
                    <a:lnTo>
                      <a:pt x="226" y="201"/>
                    </a:lnTo>
                    <a:lnTo>
                      <a:pt x="200" y="227"/>
                    </a:lnTo>
                    <a:lnTo>
                      <a:pt x="165" y="245"/>
                    </a:lnTo>
                    <a:lnTo>
                      <a:pt x="125" y="250"/>
                    </a:lnTo>
                    <a:lnTo>
                      <a:pt x="84" y="245"/>
                    </a:lnTo>
                    <a:lnTo>
                      <a:pt x="49" y="227"/>
                    </a:lnTo>
                    <a:lnTo>
                      <a:pt x="23" y="201"/>
                    </a:lnTo>
                    <a:lnTo>
                      <a:pt x="7" y="166"/>
                    </a:lnTo>
                    <a:lnTo>
                      <a:pt x="0" y="124"/>
                    </a:lnTo>
                    <a:lnTo>
                      <a:pt x="7" y="84"/>
                    </a:lnTo>
                    <a:lnTo>
                      <a:pt x="23" y="49"/>
                    </a:lnTo>
                    <a:lnTo>
                      <a:pt x="49" y="24"/>
                    </a:lnTo>
                    <a:lnTo>
                      <a:pt x="84" y="5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29"/>
              <p:cNvSpPr>
                <a:spLocks/>
              </p:cNvSpPr>
              <p:nvPr userDrawn="1"/>
            </p:nvSpPr>
            <p:spPr bwMode="auto">
              <a:xfrm>
                <a:off x="10152063" y="4773613"/>
                <a:ext cx="328613" cy="381000"/>
              </a:xfrm>
              <a:custGeom>
                <a:avLst/>
                <a:gdLst>
                  <a:gd name="T0" fmla="*/ 0 w 207"/>
                  <a:gd name="T1" fmla="*/ 0 h 240"/>
                  <a:gd name="T2" fmla="*/ 42 w 207"/>
                  <a:gd name="T3" fmla="*/ 0 h 240"/>
                  <a:gd name="T4" fmla="*/ 175 w 207"/>
                  <a:gd name="T5" fmla="*/ 198 h 240"/>
                  <a:gd name="T6" fmla="*/ 175 w 207"/>
                  <a:gd name="T7" fmla="*/ 198 h 240"/>
                  <a:gd name="T8" fmla="*/ 175 w 207"/>
                  <a:gd name="T9" fmla="*/ 0 h 240"/>
                  <a:gd name="T10" fmla="*/ 207 w 207"/>
                  <a:gd name="T11" fmla="*/ 0 h 240"/>
                  <a:gd name="T12" fmla="*/ 207 w 207"/>
                  <a:gd name="T13" fmla="*/ 240 h 240"/>
                  <a:gd name="T14" fmla="*/ 166 w 207"/>
                  <a:gd name="T15" fmla="*/ 240 h 240"/>
                  <a:gd name="T16" fmla="*/ 33 w 207"/>
                  <a:gd name="T17" fmla="*/ 42 h 240"/>
                  <a:gd name="T18" fmla="*/ 33 w 207"/>
                  <a:gd name="T19" fmla="*/ 42 h 240"/>
                  <a:gd name="T20" fmla="*/ 33 w 207"/>
                  <a:gd name="T21" fmla="*/ 240 h 240"/>
                  <a:gd name="T22" fmla="*/ 0 w 207"/>
                  <a:gd name="T23" fmla="*/ 240 h 240"/>
                  <a:gd name="T24" fmla="*/ 0 w 207"/>
                  <a:gd name="T25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7" h="240">
                    <a:moveTo>
                      <a:pt x="0" y="0"/>
                    </a:moveTo>
                    <a:lnTo>
                      <a:pt x="42" y="0"/>
                    </a:lnTo>
                    <a:lnTo>
                      <a:pt x="175" y="198"/>
                    </a:lnTo>
                    <a:lnTo>
                      <a:pt x="175" y="198"/>
                    </a:lnTo>
                    <a:lnTo>
                      <a:pt x="175" y="0"/>
                    </a:lnTo>
                    <a:lnTo>
                      <a:pt x="207" y="0"/>
                    </a:lnTo>
                    <a:lnTo>
                      <a:pt x="207" y="240"/>
                    </a:lnTo>
                    <a:lnTo>
                      <a:pt x="166" y="240"/>
                    </a:lnTo>
                    <a:lnTo>
                      <a:pt x="33" y="42"/>
                    </a:lnTo>
                    <a:lnTo>
                      <a:pt x="33" y="42"/>
                    </a:lnTo>
                    <a:lnTo>
                      <a:pt x="33" y="240"/>
                    </a:lnTo>
                    <a:lnTo>
                      <a:pt x="0" y="2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" name="Freeform 30"/>
              <p:cNvSpPr>
                <a:spLocks/>
              </p:cNvSpPr>
              <p:nvPr userDrawn="1"/>
            </p:nvSpPr>
            <p:spPr bwMode="auto">
              <a:xfrm>
                <a:off x="10547350" y="4765676"/>
                <a:ext cx="252413" cy="396875"/>
              </a:xfrm>
              <a:custGeom>
                <a:avLst/>
                <a:gdLst>
                  <a:gd name="T0" fmla="*/ 89 w 159"/>
                  <a:gd name="T1" fmla="*/ 0 h 250"/>
                  <a:gd name="T2" fmla="*/ 114 w 159"/>
                  <a:gd name="T3" fmla="*/ 3 h 250"/>
                  <a:gd name="T4" fmla="*/ 138 w 159"/>
                  <a:gd name="T5" fmla="*/ 10 h 250"/>
                  <a:gd name="T6" fmla="*/ 156 w 159"/>
                  <a:gd name="T7" fmla="*/ 26 h 250"/>
                  <a:gd name="T8" fmla="*/ 131 w 159"/>
                  <a:gd name="T9" fmla="*/ 52 h 250"/>
                  <a:gd name="T10" fmla="*/ 114 w 159"/>
                  <a:gd name="T11" fmla="*/ 35 h 250"/>
                  <a:gd name="T12" fmla="*/ 89 w 159"/>
                  <a:gd name="T13" fmla="*/ 31 h 250"/>
                  <a:gd name="T14" fmla="*/ 66 w 159"/>
                  <a:gd name="T15" fmla="*/ 33 h 250"/>
                  <a:gd name="T16" fmla="*/ 52 w 159"/>
                  <a:gd name="T17" fmla="*/ 42 h 250"/>
                  <a:gd name="T18" fmla="*/ 45 w 159"/>
                  <a:gd name="T19" fmla="*/ 54 h 250"/>
                  <a:gd name="T20" fmla="*/ 42 w 159"/>
                  <a:gd name="T21" fmla="*/ 66 h 250"/>
                  <a:gd name="T22" fmla="*/ 47 w 159"/>
                  <a:gd name="T23" fmla="*/ 84 h 250"/>
                  <a:gd name="T24" fmla="*/ 56 w 159"/>
                  <a:gd name="T25" fmla="*/ 94 h 250"/>
                  <a:gd name="T26" fmla="*/ 73 w 159"/>
                  <a:gd name="T27" fmla="*/ 103 h 250"/>
                  <a:gd name="T28" fmla="*/ 91 w 159"/>
                  <a:gd name="T29" fmla="*/ 110 h 250"/>
                  <a:gd name="T30" fmla="*/ 110 w 159"/>
                  <a:gd name="T31" fmla="*/ 115 h 250"/>
                  <a:gd name="T32" fmla="*/ 128 w 159"/>
                  <a:gd name="T33" fmla="*/ 124 h 250"/>
                  <a:gd name="T34" fmla="*/ 145 w 159"/>
                  <a:gd name="T35" fmla="*/ 136 h 250"/>
                  <a:gd name="T36" fmla="*/ 156 w 159"/>
                  <a:gd name="T37" fmla="*/ 152 h 250"/>
                  <a:gd name="T38" fmla="*/ 159 w 159"/>
                  <a:gd name="T39" fmla="*/ 178 h 250"/>
                  <a:gd name="T40" fmla="*/ 156 w 159"/>
                  <a:gd name="T41" fmla="*/ 203 h 250"/>
                  <a:gd name="T42" fmla="*/ 145 w 159"/>
                  <a:gd name="T43" fmla="*/ 222 h 250"/>
                  <a:gd name="T44" fmla="*/ 126 w 159"/>
                  <a:gd name="T45" fmla="*/ 238 h 250"/>
                  <a:gd name="T46" fmla="*/ 103 w 159"/>
                  <a:gd name="T47" fmla="*/ 248 h 250"/>
                  <a:gd name="T48" fmla="*/ 77 w 159"/>
                  <a:gd name="T49" fmla="*/ 250 h 250"/>
                  <a:gd name="T50" fmla="*/ 47 w 159"/>
                  <a:gd name="T51" fmla="*/ 248 h 250"/>
                  <a:gd name="T52" fmla="*/ 21 w 159"/>
                  <a:gd name="T53" fmla="*/ 236 h 250"/>
                  <a:gd name="T54" fmla="*/ 0 w 159"/>
                  <a:gd name="T55" fmla="*/ 217 h 250"/>
                  <a:gd name="T56" fmla="*/ 26 w 159"/>
                  <a:gd name="T57" fmla="*/ 194 h 250"/>
                  <a:gd name="T58" fmla="*/ 40 w 159"/>
                  <a:gd name="T59" fmla="*/ 210 h 250"/>
                  <a:gd name="T60" fmla="*/ 59 w 159"/>
                  <a:gd name="T61" fmla="*/ 217 h 250"/>
                  <a:gd name="T62" fmla="*/ 77 w 159"/>
                  <a:gd name="T63" fmla="*/ 220 h 250"/>
                  <a:gd name="T64" fmla="*/ 93 w 159"/>
                  <a:gd name="T65" fmla="*/ 217 h 250"/>
                  <a:gd name="T66" fmla="*/ 110 w 159"/>
                  <a:gd name="T67" fmla="*/ 210 h 250"/>
                  <a:gd name="T68" fmla="*/ 121 w 159"/>
                  <a:gd name="T69" fmla="*/ 199 h 250"/>
                  <a:gd name="T70" fmla="*/ 126 w 159"/>
                  <a:gd name="T71" fmla="*/ 180 h 250"/>
                  <a:gd name="T72" fmla="*/ 121 w 159"/>
                  <a:gd name="T73" fmla="*/ 166 h 250"/>
                  <a:gd name="T74" fmla="*/ 110 w 159"/>
                  <a:gd name="T75" fmla="*/ 154 h 250"/>
                  <a:gd name="T76" fmla="*/ 96 w 159"/>
                  <a:gd name="T77" fmla="*/ 147 h 250"/>
                  <a:gd name="T78" fmla="*/ 77 w 159"/>
                  <a:gd name="T79" fmla="*/ 140 h 250"/>
                  <a:gd name="T80" fmla="*/ 56 w 159"/>
                  <a:gd name="T81" fmla="*/ 133 h 250"/>
                  <a:gd name="T82" fmla="*/ 38 w 159"/>
                  <a:gd name="T83" fmla="*/ 126 h 250"/>
                  <a:gd name="T84" fmla="*/ 21 w 159"/>
                  <a:gd name="T85" fmla="*/ 112 h 250"/>
                  <a:gd name="T86" fmla="*/ 12 w 159"/>
                  <a:gd name="T87" fmla="*/ 94 h 250"/>
                  <a:gd name="T88" fmla="*/ 7 w 159"/>
                  <a:gd name="T89" fmla="*/ 66 h 250"/>
                  <a:gd name="T90" fmla="*/ 10 w 159"/>
                  <a:gd name="T91" fmla="*/ 49 h 250"/>
                  <a:gd name="T92" fmla="*/ 19 w 159"/>
                  <a:gd name="T93" fmla="*/ 31 h 250"/>
                  <a:gd name="T94" fmla="*/ 35 w 159"/>
                  <a:gd name="T95" fmla="*/ 14 h 250"/>
                  <a:gd name="T96" fmla="*/ 59 w 159"/>
                  <a:gd name="T97" fmla="*/ 3 h 250"/>
                  <a:gd name="T98" fmla="*/ 89 w 159"/>
                  <a:gd name="T99" fmla="*/ 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59" h="250">
                    <a:moveTo>
                      <a:pt x="89" y="0"/>
                    </a:moveTo>
                    <a:lnTo>
                      <a:pt x="114" y="3"/>
                    </a:lnTo>
                    <a:lnTo>
                      <a:pt x="138" y="10"/>
                    </a:lnTo>
                    <a:lnTo>
                      <a:pt x="156" y="26"/>
                    </a:lnTo>
                    <a:lnTo>
                      <a:pt x="131" y="52"/>
                    </a:lnTo>
                    <a:lnTo>
                      <a:pt x="114" y="35"/>
                    </a:lnTo>
                    <a:lnTo>
                      <a:pt x="89" y="31"/>
                    </a:lnTo>
                    <a:lnTo>
                      <a:pt x="66" y="33"/>
                    </a:lnTo>
                    <a:lnTo>
                      <a:pt x="52" y="42"/>
                    </a:lnTo>
                    <a:lnTo>
                      <a:pt x="45" y="54"/>
                    </a:lnTo>
                    <a:lnTo>
                      <a:pt x="42" y="66"/>
                    </a:lnTo>
                    <a:lnTo>
                      <a:pt x="47" y="84"/>
                    </a:lnTo>
                    <a:lnTo>
                      <a:pt x="56" y="94"/>
                    </a:lnTo>
                    <a:lnTo>
                      <a:pt x="73" y="103"/>
                    </a:lnTo>
                    <a:lnTo>
                      <a:pt x="91" y="110"/>
                    </a:lnTo>
                    <a:lnTo>
                      <a:pt x="110" y="115"/>
                    </a:lnTo>
                    <a:lnTo>
                      <a:pt x="128" y="124"/>
                    </a:lnTo>
                    <a:lnTo>
                      <a:pt x="145" y="136"/>
                    </a:lnTo>
                    <a:lnTo>
                      <a:pt x="156" y="152"/>
                    </a:lnTo>
                    <a:lnTo>
                      <a:pt x="159" y="178"/>
                    </a:lnTo>
                    <a:lnTo>
                      <a:pt x="156" y="203"/>
                    </a:lnTo>
                    <a:lnTo>
                      <a:pt x="145" y="222"/>
                    </a:lnTo>
                    <a:lnTo>
                      <a:pt x="126" y="238"/>
                    </a:lnTo>
                    <a:lnTo>
                      <a:pt x="103" y="248"/>
                    </a:lnTo>
                    <a:lnTo>
                      <a:pt x="77" y="250"/>
                    </a:lnTo>
                    <a:lnTo>
                      <a:pt x="47" y="248"/>
                    </a:lnTo>
                    <a:lnTo>
                      <a:pt x="21" y="236"/>
                    </a:lnTo>
                    <a:lnTo>
                      <a:pt x="0" y="217"/>
                    </a:lnTo>
                    <a:lnTo>
                      <a:pt x="26" y="194"/>
                    </a:lnTo>
                    <a:lnTo>
                      <a:pt x="40" y="210"/>
                    </a:lnTo>
                    <a:lnTo>
                      <a:pt x="59" y="217"/>
                    </a:lnTo>
                    <a:lnTo>
                      <a:pt x="77" y="220"/>
                    </a:lnTo>
                    <a:lnTo>
                      <a:pt x="93" y="217"/>
                    </a:lnTo>
                    <a:lnTo>
                      <a:pt x="110" y="210"/>
                    </a:lnTo>
                    <a:lnTo>
                      <a:pt x="121" y="199"/>
                    </a:lnTo>
                    <a:lnTo>
                      <a:pt x="126" y="180"/>
                    </a:lnTo>
                    <a:lnTo>
                      <a:pt x="121" y="166"/>
                    </a:lnTo>
                    <a:lnTo>
                      <a:pt x="110" y="154"/>
                    </a:lnTo>
                    <a:lnTo>
                      <a:pt x="96" y="147"/>
                    </a:lnTo>
                    <a:lnTo>
                      <a:pt x="77" y="140"/>
                    </a:lnTo>
                    <a:lnTo>
                      <a:pt x="56" y="133"/>
                    </a:lnTo>
                    <a:lnTo>
                      <a:pt x="38" y="126"/>
                    </a:lnTo>
                    <a:lnTo>
                      <a:pt x="21" y="112"/>
                    </a:lnTo>
                    <a:lnTo>
                      <a:pt x="12" y="94"/>
                    </a:lnTo>
                    <a:lnTo>
                      <a:pt x="7" y="66"/>
                    </a:lnTo>
                    <a:lnTo>
                      <a:pt x="10" y="49"/>
                    </a:lnTo>
                    <a:lnTo>
                      <a:pt x="19" y="31"/>
                    </a:lnTo>
                    <a:lnTo>
                      <a:pt x="35" y="14"/>
                    </a:lnTo>
                    <a:lnTo>
                      <a:pt x="59" y="3"/>
                    </a:lnTo>
                    <a:lnTo>
                      <a:pt x="89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31"/>
              <p:cNvSpPr>
                <a:spLocks/>
              </p:cNvSpPr>
              <p:nvPr userDrawn="1"/>
            </p:nvSpPr>
            <p:spPr bwMode="auto">
              <a:xfrm>
                <a:off x="4743450" y="5280026"/>
                <a:ext cx="239713" cy="382588"/>
              </a:xfrm>
              <a:custGeom>
                <a:avLst/>
                <a:gdLst>
                  <a:gd name="T0" fmla="*/ 0 w 151"/>
                  <a:gd name="T1" fmla="*/ 0 h 241"/>
                  <a:gd name="T2" fmla="*/ 151 w 151"/>
                  <a:gd name="T3" fmla="*/ 0 h 241"/>
                  <a:gd name="T4" fmla="*/ 151 w 151"/>
                  <a:gd name="T5" fmla="*/ 31 h 241"/>
                  <a:gd name="T6" fmla="*/ 33 w 151"/>
                  <a:gd name="T7" fmla="*/ 31 h 241"/>
                  <a:gd name="T8" fmla="*/ 33 w 151"/>
                  <a:gd name="T9" fmla="*/ 105 h 241"/>
                  <a:gd name="T10" fmla="*/ 142 w 151"/>
                  <a:gd name="T11" fmla="*/ 105 h 241"/>
                  <a:gd name="T12" fmla="*/ 142 w 151"/>
                  <a:gd name="T13" fmla="*/ 136 h 241"/>
                  <a:gd name="T14" fmla="*/ 33 w 151"/>
                  <a:gd name="T15" fmla="*/ 136 h 241"/>
                  <a:gd name="T16" fmla="*/ 33 w 151"/>
                  <a:gd name="T17" fmla="*/ 241 h 241"/>
                  <a:gd name="T18" fmla="*/ 0 w 151"/>
                  <a:gd name="T19" fmla="*/ 241 h 241"/>
                  <a:gd name="T20" fmla="*/ 0 w 151"/>
                  <a:gd name="T21" fmla="*/ 0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1" h="241">
                    <a:moveTo>
                      <a:pt x="0" y="0"/>
                    </a:moveTo>
                    <a:lnTo>
                      <a:pt x="151" y="0"/>
                    </a:lnTo>
                    <a:lnTo>
                      <a:pt x="151" y="31"/>
                    </a:lnTo>
                    <a:lnTo>
                      <a:pt x="33" y="31"/>
                    </a:lnTo>
                    <a:lnTo>
                      <a:pt x="33" y="105"/>
                    </a:lnTo>
                    <a:lnTo>
                      <a:pt x="142" y="105"/>
                    </a:lnTo>
                    <a:lnTo>
                      <a:pt x="142" y="136"/>
                    </a:lnTo>
                    <a:lnTo>
                      <a:pt x="33" y="136"/>
                    </a:lnTo>
                    <a:lnTo>
                      <a:pt x="33" y="241"/>
                    </a:lnTo>
                    <a:lnTo>
                      <a:pt x="0" y="2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Freeform 32"/>
              <p:cNvSpPr>
                <a:spLocks noEditPoints="1"/>
              </p:cNvSpPr>
              <p:nvPr userDrawn="1"/>
            </p:nvSpPr>
            <p:spPr bwMode="auto">
              <a:xfrm>
                <a:off x="5021263" y="5268913"/>
                <a:ext cx="395288" cy="400050"/>
              </a:xfrm>
              <a:custGeom>
                <a:avLst/>
                <a:gdLst>
                  <a:gd name="T0" fmla="*/ 125 w 249"/>
                  <a:gd name="T1" fmla="*/ 33 h 252"/>
                  <a:gd name="T2" fmla="*/ 95 w 249"/>
                  <a:gd name="T3" fmla="*/ 38 h 252"/>
                  <a:gd name="T4" fmla="*/ 70 w 249"/>
                  <a:gd name="T5" fmla="*/ 49 h 252"/>
                  <a:gd name="T6" fmla="*/ 51 w 249"/>
                  <a:gd name="T7" fmla="*/ 70 h 252"/>
                  <a:gd name="T8" fmla="*/ 39 w 249"/>
                  <a:gd name="T9" fmla="*/ 98 h 252"/>
                  <a:gd name="T10" fmla="*/ 35 w 249"/>
                  <a:gd name="T11" fmla="*/ 126 h 252"/>
                  <a:gd name="T12" fmla="*/ 39 w 249"/>
                  <a:gd name="T13" fmla="*/ 157 h 252"/>
                  <a:gd name="T14" fmla="*/ 51 w 249"/>
                  <a:gd name="T15" fmla="*/ 182 h 252"/>
                  <a:gd name="T16" fmla="*/ 70 w 249"/>
                  <a:gd name="T17" fmla="*/ 203 h 252"/>
                  <a:gd name="T18" fmla="*/ 95 w 249"/>
                  <a:gd name="T19" fmla="*/ 217 h 252"/>
                  <a:gd name="T20" fmla="*/ 125 w 249"/>
                  <a:gd name="T21" fmla="*/ 222 h 252"/>
                  <a:gd name="T22" fmla="*/ 156 w 249"/>
                  <a:gd name="T23" fmla="*/ 217 h 252"/>
                  <a:gd name="T24" fmla="*/ 179 w 249"/>
                  <a:gd name="T25" fmla="*/ 203 h 252"/>
                  <a:gd name="T26" fmla="*/ 200 w 249"/>
                  <a:gd name="T27" fmla="*/ 182 h 252"/>
                  <a:gd name="T28" fmla="*/ 212 w 249"/>
                  <a:gd name="T29" fmla="*/ 157 h 252"/>
                  <a:gd name="T30" fmla="*/ 214 w 249"/>
                  <a:gd name="T31" fmla="*/ 126 h 252"/>
                  <a:gd name="T32" fmla="*/ 212 w 249"/>
                  <a:gd name="T33" fmla="*/ 98 h 252"/>
                  <a:gd name="T34" fmla="*/ 200 w 249"/>
                  <a:gd name="T35" fmla="*/ 70 h 252"/>
                  <a:gd name="T36" fmla="*/ 179 w 249"/>
                  <a:gd name="T37" fmla="*/ 49 h 252"/>
                  <a:gd name="T38" fmla="*/ 156 w 249"/>
                  <a:gd name="T39" fmla="*/ 38 h 252"/>
                  <a:gd name="T40" fmla="*/ 125 w 249"/>
                  <a:gd name="T41" fmla="*/ 33 h 252"/>
                  <a:gd name="T42" fmla="*/ 125 w 249"/>
                  <a:gd name="T43" fmla="*/ 0 h 252"/>
                  <a:gd name="T44" fmla="*/ 165 w 249"/>
                  <a:gd name="T45" fmla="*/ 7 h 252"/>
                  <a:gd name="T46" fmla="*/ 200 w 249"/>
                  <a:gd name="T47" fmla="*/ 26 h 252"/>
                  <a:gd name="T48" fmla="*/ 226 w 249"/>
                  <a:gd name="T49" fmla="*/ 52 h 252"/>
                  <a:gd name="T50" fmla="*/ 244 w 249"/>
                  <a:gd name="T51" fmla="*/ 87 h 252"/>
                  <a:gd name="T52" fmla="*/ 249 w 249"/>
                  <a:gd name="T53" fmla="*/ 126 h 252"/>
                  <a:gd name="T54" fmla="*/ 244 w 249"/>
                  <a:gd name="T55" fmla="*/ 168 h 252"/>
                  <a:gd name="T56" fmla="*/ 226 w 249"/>
                  <a:gd name="T57" fmla="*/ 203 h 252"/>
                  <a:gd name="T58" fmla="*/ 200 w 249"/>
                  <a:gd name="T59" fmla="*/ 229 h 252"/>
                  <a:gd name="T60" fmla="*/ 165 w 249"/>
                  <a:gd name="T61" fmla="*/ 248 h 252"/>
                  <a:gd name="T62" fmla="*/ 125 w 249"/>
                  <a:gd name="T63" fmla="*/ 252 h 252"/>
                  <a:gd name="T64" fmla="*/ 84 w 249"/>
                  <a:gd name="T65" fmla="*/ 248 h 252"/>
                  <a:gd name="T66" fmla="*/ 49 w 249"/>
                  <a:gd name="T67" fmla="*/ 229 h 252"/>
                  <a:gd name="T68" fmla="*/ 23 w 249"/>
                  <a:gd name="T69" fmla="*/ 203 h 252"/>
                  <a:gd name="T70" fmla="*/ 7 w 249"/>
                  <a:gd name="T71" fmla="*/ 168 h 252"/>
                  <a:gd name="T72" fmla="*/ 0 w 249"/>
                  <a:gd name="T73" fmla="*/ 126 h 252"/>
                  <a:gd name="T74" fmla="*/ 7 w 249"/>
                  <a:gd name="T75" fmla="*/ 87 h 252"/>
                  <a:gd name="T76" fmla="*/ 23 w 249"/>
                  <a:gd name="T77" fmla="*/ 52 h 252"/>
                  <a:gd name="T78" fmla="*/ 49 w 249"/>
                  <a:gd name="T79" fmla="*/ 26 h 252"/>
                  <a:gd name="T80" fmla="*/ 84 w 249"/>
                  <a:gd name="T81" fmla="*/ 7 h 252"/>
                  <a:gd name="T82" fmla="*/ 125 w 249"/>
                  <a:gd name="T83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49" h="252">
                    <a:moveTo>
                      <a:pt x="125" y="33"/>
                    </a:moveTo>
                    <a:lnTo>
                      <a:pt x="95" y="38"/>
                    </a:lnTo>
                    <a:lnTo>
                      <a:pt x="70" y="49"/>
                    </a:lnTo>
                    <a:lnTo>
                      <a:pt x="51" y="70"/>
                    </a:lnTo>
                    <a:lnTo>
                      <a:pt x="39" y="98"/>
                    </a:lnTo>
                    <a:lnTo>
                      <a:pt x="35" y="126"/>
                    </a:lnTo>
                    <a:lnTo>
                      <a:pt x="39" y="157"/>
                    </a:lnTo>
                    <a:lnTo>
                      <a:pt x="51" y="182"/>
                    </a:lnTo>
                    <a:lnTo>
                      <a:pt x="70" y="203"/>
                    </a:lnTo>
                    <a:lnTo>
                      <a:pt x="95" y="217"/>
                    </a:lnTo>
                    <a:lnTo>
                      <a:pt x="125" y="222"/>
                    </a:lnTo>
                    <a:lnTo>
                      <a:pt x="156" y="217"/>
                    </a:lnTo>
                    <a:lnTo>
                      <a:pt x="179" y="203"/>
                    </a:lnTo>
                    <a:lnTo>
                      <a:pt x="200" y="182"/>
                    </a:lnTo>
                    <a:lnTo>
                      <a:pt x="212" y="157"/>
                    </a:lnTo>
                    <a:lnTo>
                      <a:pt x="214" y="126"/>
                    </a:lnTo>
                    <a:lnTo>
                      <a:pt x="212" y="98"/>
                    </a:lnTo>
                    <a:lnTo>
                      <a:pt x="200" y="70"/>
                    </a:lnTo>
                    <a:lnTo>
                      <a:pt x="179" y="49"/>
                    </a:lnTo>
                    <a:lnTo>
                      <a:pt x="156" y="38"/>
                    </a:lnTo>
                    <a:lnTo>
                      <a:pt x="125" y="33"/>
                    </a:lnTo>
                    <a:close/>
                    <a:moveTo>
                      <a:pt x="125" y="0"/>
                    </a:moveTo>
                    <a:lnTo>
                      <a:pt x="165" y="7"/>
                    </a:lnTo>
                    <a:lnTo>
                      <a:pt x="200" y="26"/>
                    </a:lnTo>
                    <a:lnTo>
                      <a:pt x="226" y="52"/>
                    </a:lnTo>
                    <a:lnTo>
                      <a:pt x="244" y="87"/>
                    </a:lnTo>
                    <a:lnTo>
                      <a:pt x="249" y="126"/>
                    </a:lnTo>
                    <a:lnTo>
                      <a:pt x="244" y="168"/>
                    </a:lnTo>
                    <a:lnTo>
                      <a:pt x="226" y="203"/>
                    </a:lnTo>
                    <a:lnTo>
                      <a:pt x="200" y="229"/>
                    </a:lnTo>
                    <a:lnTo>
                      <a:pt x="165" y="248"/>
                    </a:lnTo>
                    <a:lnTo>
                      <a:pt x="125" y="252"/>
                    </a:lnTo>
                    <a:lnTo>
                      <a:pt x="84" y="248"/>
                    </a:lnTo>
                    <a:lnTo>
                      <a:pt x="49" y="229"/>
                    </a:lnTo>
                    <a:lnTo>
                      <a:pt x="23" y="203"/>
                    </a:lnTo>
                    <a:lnTo>
                      <a:pt x="7" y="168"/>
                    </a:lnTo>
                    <a:lnTo>
                      <a:pt x="0" y="126"/>
                    </a:lnTo>
                    <a:lnTo>
                      <a:pt x="7" y="87"/>
                    </a:lnTo>
                    <a:lnTo>
                      <a:pt x="23" y="52"/>
                    </a:lnTo>
                    <a:lnTo>
                      <a:pt x="49" y="26"/>
                    </a:lnTo>
                    <a:lnTo>
                      <a:pt x="84" y="7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Freeform 33"/>
              <p:cNvSpPr>
                <a:spLocks noEditPoints="1"/>
              </p:cNvSpPr>
              <p:nvPr userDrawn="1"/>
            </p:nvSpPr>
            <p:spPr bwMode="auto">
              <a:xfrm>
                <a:off x="5483225" y="5280026"/>
                <a:ext cx="269875" cy="382588"/>
              </a:xfrm>
              <a:custGeom>
                <a:avLst/>
                <a:gdLst>
                  <a:gd name="T0" fmla="*/ 32 w 170"/>
                  <a:gd name="T1" fmla="*/ 28 h 241"/>
                  <a:gd name="T2" fmla="*/ 32 w 170"/>
                  <a:gd name="T3" fmla="*/ 105 h 241"/>
                  <a:gd name="T4" fmla="*/ 74 w 170"/>
                  <a:gd name="T5" fmla="*/ 105 h 241"/>
                  <a:gd name="T6" fmla="*/ 90 w 170"/>
                  <a:gd name="T7" fmla="*/ 105 h 241"/>
                  <a:gd name="T8" fmla="*/ 104 w 170"/>
                  <a:gd name="T9" fmla="*/ 101 h 241"/>
                  <a:gd name="T10" fmla="*/ 116 w 170"/>
                  <a:gd name="T11" fmla="*/ 96 h 241"/>
                  <a:gd name="T12" fmla="*/ 123 w 170"/>
                  <a:gd name="T13" fmla="*/ 84 h 241"/>
                  <a:gd name="T14" fmla="*/ 125 w 170"/>
                  <a:gd name="T15" fmla="*/ 68 h 241"/>
                  <a:gd name="T16" fmla="*/ 123 w 170"/>
                  <a:gd name="T17" fmla="*/ 52 h 241"/>
                  <a:gd name="T18" fmla="*/ 116 w 170"/>
                  <a:gd name="T19" fmla="*/ 40 h 241"/>
                  <a:gd name="T20" fmla="*/ 104 w 170"/>
                  <a:gd name="T21" fmla="*/ 33 h 241"/>
                  <a:gd name="T22" fmla="*/ 90 w 170"/>
                  <a:gd name="T23" fmla="*/ 31 h 241"/>
                  <a:gd name="T24" fmla="*/ 74 w 170"/>
                  <a:gd name="T25" fmla="*/ 28 h 241"/>
                  <a:gd name="T26" fmla="*/ 32 w 170"/>
                  <a:gd name="T27" fmla="*/ 28 h 241"/>
                  <a:gd name="T28" fmla="*/ 0 w 170"/>
                  <a:gd name="T29" fmla="*/ 0 h 241"/>
                  <a:gd name="T30" fmla="*/ 83 w 170"/>
                  <a:gd name="T31" fmla="*/ 0 h 241"/>
                  <a:gd name="T32" fmla="*/ 111 w 170"/>
                  <a:gd name="T33" fmla="*/ 3 h 241"/>
                  <a:gd name="T34" fmla="*/ 130 w 170"/>
                  <a:gd name="T35" fmla="*/ 12 h 241"/>
                  <a:gd name="T36" fmla="*/ 144 w 170"/>
                  <a:gd name="T37" fmla="*/ 24 h 241"/>
                  <a:gd name="T38" fmla="*/ 153 w 170"/>
                  <a:gd name="T39" fmla="*/ 38 h 241"/>
                  <a:gd name="T40" fmla="*/ 158 w 170"/>
                  <a:gd name="T41" fmla="*/ 52 h 241"/>
                  <a:gd name="T42" fmla="*/ 160 w 170"/>
                  <a:gd name="T43" fmla="*/ 68 h 241"/>
                  <a:gd name="T44" fmla="*/ 156 w 170"/>
                  <a:gd name="T45" fmla="*/ 89 h 241"/>
                  <a:gd name="T46" fmla="*/ 144 w 170"/>
                  <a:gd name="T47" fmla="*/ 110 h 241"/>
                  <a:gd name="T48" fmla="*/ 125 w 170"/>
                  <a:gd name="T49" fmla="*/ 124 h 241"/>
                  <a:gd name="T50" fmla="*/ 102 w 170"/>
                  <a:gd name="T51" fmla="*/ 131 h 241"/>
                  <a:gd name="T52" fmla="*/ 170 w 170"/>
                  <a:gd name="T53" fmla="*/ 241 h 241"/>
                  <a:gd name="T54" fmla="*/ 130 w 170"/>
                  <a:gd name="T55" fmla="*/ 241 h 241"/>
                  <a:gd name="T56" fmla="*/ 69 w 170"/>
                  <a:gd name="T57" fmla="*/ 133 h 241"/>
                  <a:gd name="T58" fmla="*/ 32 w 170"/>
                  <a:gd name="T59" fmla="*/ 133 h 241"/>
                  <a:gd name="T60" fmla="*/ 32 w 170"/>
                  <a:gd name="T61" fmla="*/ 241 h 241"/>
                  <a:gd name="T62" fmla="*/ 0 w 170"/>
                  <a:gd name="T63" fmla="*/ 241 h 241"/>
                  <a:gd name="T64" fmla="*/ 0 w 170"/>
                  <a:gd name="T65" fmla="*/ 0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70" h="241">
                    <a:moveTo>
                      <a:pt x="32" y="28"/>
                    </a:moveTo>
                    <a:lnTo>
                      <a:pt x="32" y="105"/>
                    </a:lnTo>
                    <a:lnTo>
                      <a:pt x="74" y="105"/>
                    </a:lnTo>
                    <a:lnTo>
                      <a:pt x="90" y="105"/>
                    </a:lnTo>
                    <a:lnTo>
                      <a:pt x="104" y="101"/>
                    </a:lnTo>
                    <a:lnTo>
                      <a:pt x="116" y="96"/>
                    </a:lnTo>
                    <a:lnTo>
                      <a:pt x="123" y="84"/>
                    </a:lnTo>
                    <a:lnTo>
                      <a:pt x="125" y="68"/>
                    </a:lnTo>
                    <a:lnTo>
                      <a:pt x="123" y="52"/>
                    </a:lnTo>
                    <a:lnTo>
                      <a:pt x="116" y="40"/>
                    </a:lnTo>
                    <a:lnTo>
                      <a:pt x="104" y="33"/>
                    </a:lnTo>
                    <a:lnTo>
                      <a:pt x="90" y="31"/>
                    </a:lnTo>
                    <a:lnTo>
                      <a:pt x="74" y="28"/>
                    </a:lnTo>
                    <a:lnTo>
                      <a:pt x="32" y="28"/>
                    </a:lnTo>
                    <a:close/>
                    <a:moveTo>
                      <a:pt x="0" y="0"/>
                    </a:moveTo>
                    <a:lnTo>
                      <a:pt x="83" y="0"/>
                    </a:lnTo>
                    <a:lnTo>
                      <a:pt x="111" y="3"/>
                    </a:lnTo>
                    <a:lnTo>
                      <a:pt x="130" y="12"/>
                    </a:lnTo>
                    <a:lnTo>
                      <a:pt x="144" y="24"/>
                    </a:lnTo>
                    <a:lnTo>
                      <a:pt x="153" y="38"/>
                    </a:lnTo>
                    <a:lnTo>
                      <a:pt x="158" y="52"/>
                    </a:lnTo>
                    <a:lnTo>
                      <a:pt x="160" y="68"/>
                    </a:lnTo>
                    <a:lnTo>
                      <a:pt x="156" y="89"/>
                    </a:lnTo>
                    <a:lnTo>
                      <a:pt x="144" y="110"/>
                    </a:lnTo>
                    <a:lnTo>
                      <a:pt x="125" y="124"/>
                    </a:lnTo>
                    <a:lnTo>
                      <a:pt x="102" y="131"/>
                    </a:lnTo>
                    <a:lnTo>
                      <a:pt x="170" y="241"/>
                    </a:lnTo>
                    <a:lnTo>
                      <a:pt x="130" y="241"/>
                    </a:lnTo>
                    <a:lnTo>
                      <a:pt x="69" y="133"/>
                    </a:lnTo>
                    <a:lnTo>
                      <a:pt x="32" y="133"/>
                    </a:lnTo>
                    <a:lnTo>
                      <a:pt x="32" y="241"/>
                    </a:lnTo>
                    <a:lnTo>
                      <a:pt x="0" y="2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34"/>
              <p:cNvSpPr>
                <a:spLocks noEditPoints="1"/>
              </p:cNvSpPr>
              <p:nvPr userDrawn="1"/>
            </p:nvSpPr>
            <p:spPr bwMode="auto">
              <a:xfrm>
                <a:off x="5895975" y="5280026"/>
                <a:ext cx="373063" cy="382588"/>
              </a:xfrm>
              <a:custGeom>
                <a:avLst/>
                <a:gdLst>
                  <a:gd name="T0" fmla="*/ 117 w 235"/>
                  <a:gd name="T1" fmla="*/ 42 h 241"/>
                  <a:gd name="T2" fmla="*/ 72 w 235"/>
                  <a:gd name="T3" fmla="*/ 152 h 241"/>
                  <a:gd name="T4" fmla="*/ 163 w 235"/>
                  <a:gd name="T5" fmla="*/ 152 h 241"/>
                  <a:gd name="T6" fmla="*/ 119 w 235"/>
                  <a:gd name="T7" fmla="*/ 42 h 241"/>
                  <a:gd name="T8" fmla="*/ 117 w 235"/>
                  <a:gd name="T9" fmla="*/ 42 h 241"/>
                  <a:gd name="T10" fmla="*/ 105 w 235"/>
                  <a:gd name="T11" fmla="*/ 0 h 241"/>
                  <a:gd name="T12" fmla="*/ 135 w 235"/>
                  <a:gd name="T13" fmla="*/ 0 h 241"/>
                  <a:gd name="T14" fmla="*/ 235 w 235"/>
                  <a:gd name="T15" fmla="*/ 241 h 241"/>
                  <a:gd name="T16" fmla="*/ 198 w 235"/>
                  <a:gd name="T17" fmla="*/ 241 h 241"/>
                  <a:gd name="T18" fmla="*/ 175 w 235"/>
                  <a:gd name="T19" fmla="*/ 180 h 241"/>
                  <a:gd name="T20" fmla="*/ 61 w 235"/>
                  <a:gd name="T21" fmla="*/ 180 h 241"/>
                  <a:gd name="T22" fmla="*/ 38 w 235"/>
                  <a:gd name="T23" fmla="*/ 241 h 241"/>
                  <a:gd name="T24" fmla="*/ 0 w 235"/>
                  <a:gd name="T25" fmla="*/ 241 h 241"/>
                  <a:gd name="T26" fmla="*/ 105 w 235"/>
                  <a:gd name="T27" fmla="*/ 0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5" h="241">
                    <a:moveTo>
                      <a:pt x="117" y="42"/>
                    </a:moveTo>
                    <a:lnTo>
                      <a:pt x="72" y="152"/>
                    </a:lnTo>
                    <a:lnTo>
                      <a:pt x="163" y="152"/>
                    </a:lnTo>
                    <a:lnTo>
                      <a:pt x="119" y="42"/>
                    </a:lnTo>
                    <a:lnTo>
                      <a:pt x="117" y="42"/>
                    </a:lnTo>
                    <a:close/>
                    <a:moveTo>
                      <a:pt x="105" y="0"/>
                    </a:moveTo>
                    <a:lnTo>
                      <a:pt x="135" y="0"/>
                    </a:lnTo>
                    <a:lnTo>
                      <a:pt x="235" y="241"/>
                    </a:lnTo>
                    <a:lnTo>
                      <a:pt x="198" y="241"/>
                    </a:lnTo>
                    <a:lnTo>
                      <a:pt x="175" y="180"/>
                    </a:lnTo>
                    <a:lnTo>
                      <a:pt x="61" y="180"/>
                    </a:lnTo>
                    <a:lnTo>
                      <a:pt x="38" y="241"/>
                    </a:lnTo>
                    <a:lnTo>
                      <a:pt x="0" y="241"/>
                    </a:lnTo>
                    <a:lnTo>
                      <a:pt x="105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35"/>
              <p:cNvSpPr>
                <a:spLocks/>
              </p:cNvSpPr>
              <p:nvPr userDrawn="1"/>
            </p:nvSpPr>
            <p:spPr bwMode="auto">
              <a:xfrm>
                <a:off x="6421438" y="5268913"/>
                <a:ext cx="254000" cy="400050"/>
              </a:xfrm>
              <a:custGeom>
                <a:avLst/>
                <a:gdLst>
                  <a:gd name="T0" fmla="*/ 88 w 160"/>
                  <a:gd name="T1" fmla="*/ 0 h 252"/>
                  <a:gd name="T2" fmla="*/ 114 w 160"/>
                  <a:gd name="T3" fmla="*/ 3 h 252"/>
                  <a:gd name="T4" fmla="*/ 137 w 160"/>
                  <a:gd name="T5" fmla="*/ 12 h 252"/>
                  <a:gd name="T6" fmla="*/ 158 w 160"/>
                  <a:gd name="T7" fmla="*/ 28 h 252"/>
                  <a:gd name="T8" fmla="*/ 130 w 160"/>
                  <a:gd name="T9" fmla="*/ 54 h 252"/>
                  <a:gd name="T10" fmla="*/ 114 w 160"/>
                  <a:gd name="T11" fmla="*/ 38 h 252"/>
                  <a:gd name="T12" fmla="*/ 88 w 160"/>
                  <a:gd name="T13" fmla="*/ 33 h 252"/>
                  <a:gd name="T14" fmla="*/ 65 w 160"/>
                  <a:gd name="T15" fmla="*/ 35 h 252"/>
                  <a:gd name="T16" fmla="*/ 51 w 160"/>
                  <a:gd name="T17" fmla="*/ 45 h 252"/>
                  <a:gd name="T18" fmla="*/ 44 w 160"/>
                  <a:gd name="T19" fmla="*/ 56 h 252"/>
                  <a:gd name="T20" fmla="*/ 42 w 160"/>
                  <a:gd name="T21" fmla="*/ 68 h 252"/>
                  <a:gd name="T22" fmla="*/ 46 w 160"/>
                  <a:gd name="T23" fmla="*/ 84 h 252"/>
                  <a:gd name="T24" fmla="*/ 56 w 160"/>
                  <a:gd name="T25" fmla="*/ 96 h 252"/>
                  <a:gd name="T26" fmla="*/ 72 w 160"/>
                  <a:gd name="T27" fmla="*/ 105 h 252"/>
                  <a:gd name="T28" fmla="*/ 91 w 160"/>
                  <a:gd name="T29" fmla="*/ 110 h 252"/>
                  <a:gd name="T30" fmla="*/ 112 w 160"/>
                  <a:gd name="T31" fmla="*/ 117 h 252"/>
                  <a:gd name="T32" fmla="*/ 130 w 160"/>
                  <a:gd name="T33" fmla="*/ 126 h 252"/>
                  <a:gd name="T34" fmla="*/ 144 w 160"/>
                  <a:gd name="T35" fmla="*/ 138 h 252"/>
                  <a:gd name="T36" fmla="*/ 156 w 160"/>
                  <a:gd name="T37" fmla="*/ 154 h 252"/>
                  <a:gd name="T38" fmla="*/ 160 w 160"/>
                  <a:gd name="T39" fmla="*/ 180 h 252"/>
                  <a:gd name="T40" fmla="*/ 156 w 160"/>
                  <a:gd name="T41" fmla="*/ 203 h 252"/>
                  <a:gd name="T42" fmla="*/ 144 w 160"/>
                  <a:gd name="T43" fmla="*/ 224 h 252"/>
                  <a:gd name="T44" fmla="*/ 125 w 160"/>
                  <a:gd name="T45" fmla="*/ 241 h 252"/>
                  <a:gd name="T46" fmla="*/ 102 w 160"/>
                  <a:gd name="T47" fmla="*/ 250 h 252"/>
                  <a:gd name="T48" fmla="*/ 77 w 160"/>
                  <a:gd name="T49" fmla="*/ 252 h 252"/>
                  <a:gd name="T50" fmla="*/ 46 w 160"/>
                  <a:gd name="T51" fmla="*/ 250 h 252"/>
                  <a:gd name="T52" fmla="*/ 21 w 160"/>
                  <a:gd name="T53" fmla="*/ 238 h 252"/>
                  <a:gd name="T54" fmla="*/ 0 w 160"/>
                  <a:gd name="T55" fmla="*/ 220 h 252"/>
                  <a:gd name="T56" fmla="*/ 28 w 160"/>
                  <a:gd name="T57" fmla="*/ 196 h 252"/>
                  <a:gd name="T58" fmla="*/ 42 w 160"/>
                  <a:gd name="T59" fmla="*/ 210 h 252"/>
                  <a:gd name="T60" fmla="*/ 58 w 160"/>
                  <a:gd name="T61" fmla="*/ 220 h 252"/>
                  <a:gd name="T62" fmla="*/ 77 w 160"/>
                  <a:gd name="T63" fmla="*/ 222 h 252"/>
                  <a:gd name="T64" fmla="*/ 93 w 160"/>
                  <a:gd name="T65" fmla="*/ 220 h 252"/>
                  <a:gd name="T66" fmla="*/ 109 w 160"/>
                  <a:gd name="T67" fmla="*/ 213 h 252"/>
                  <a:gd name="T68" fmla="*/ 121 w 160"/>
                  <a:gd name="T69" fmla="*/ 201 h 252"/>
                  <a:gd name="T70" fmla="*/ 125 w 160"/>
                  <a:gd name="T71" fmla="*/ 182 h 252"/>
                  <a:gd name="T72" fmla="*/ 121 w 160"/>
                  <a:gd name="T73" fmla="*/ 168 h 252"/>
                  <a:gd name="T74" fmla="*/ 109 w 160"/>
                  <a:gd name="T75" fmla="*/ 157 h 252"/>
                  <a:gd name="T76" fmla="*/ 95 w 160"/>
                  <a:gd name="T77" fmla="*/ 150 h 252"/>
                  <a:gd name="T78" fmla="*/ 77 w 160"/>
                  <a:gd name="T79" fmla="*/ 143 h 252"/>
                  <a:gd name="T80" fmla="*/ 56 w 160"/>
                  <a:gd name="T81" fmla="*/ 136 h 252"/>
                  <a:gd name="T82" fmla="*/ 37 w 160"/>
                  <a:gd name="T83" fmla="*/ 126 h 252"/>
                  <a:gd name="T84" fmla="*/ 23 w 160"/>
                  <a:gd name="T85" fmla="*/ 115 h 252"/>
                  <a:gd name="T86" fmla="*/ 11 w 160"/>
                  <a:gd name="T87" fmla="*/ 96 h 252"/>
                  <a:gd name="T88" fmla="*/ 7 w 160"/>
                  <a:gd name="T89" fmla="*/ 68 h 252"/>
                  <a:gd name="T90" fmla="*/ 11 w 160"/>
                  <a:gd name="T91" fmla="*/ 52 h 252"/>
                  <a:gd name="T92" fmla="*/ 18 w 160"/>
                  <a:gd name="T93" fmla="*/ 33 h 252"/>
                  <a:gd name="T94" fmla="*/ 35 w 160"/>
                  <a:gd name="T95" fmla="*/ 17 h 252"/>
                  <a:gd name="T96" fmla="*/ 58 w 160"/>
                  <a:gd name="T97" fmla="*/ 5 h 252"/>
                  <a:gd name="T98" fmla="*/ 88 w 160"/>
                  <a:gd name="T99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60" h="252">
                    <a:moveTo>
                      <a:pt x="88" y="0"/>
                    </a:moveTo>
                    <a:lnTo>
                      <a:pt x="114" y="3"/>
                    </a:lnTo>
                    <a:lnTo>
                      <a:pt x="137" y="12"/>
                    </a:lnTo>
                    <a:lnTo>
                      <a:pt x="158" y="28"/>
                    </a:lnTo>
                    <a:lnTo>
                      <a:pt x="130" y="54"/>
                    </a:lnTo>
                    <a:lnTo>
                      <a:pt x="114" y="38"/>
                    </a:lnTo>
                    <a:lnTo>
                      <a:pt x="88" y="33"/>
                    </a:lnTo>
                    <a:lnTo>
                      <a:pt x="65" y="35"/>
                    </a:lnTo>
                    <a:lnTo>
                      <a:pt x="51" y="45"/>
                    </a:lnTo>
                    <a:lnTo>
                      <a:pt x="44" y="56"/>
                    </a:lnTo>
                    <a:lnTo>
                      <a:pt x="42" y="68"/>
                    </a:lnTo>
                    <a:lnTo>
                      <a:pt x="46" y="84"/>
                    </a:lnTo>
                    <a:lnTo>
                      <a:pt x="56" y="96"/>
                    </a:lnTo>
                    <a:lnTo>
                      <a:pt x="72" y="105"/>
                    </a:lnTo>
                    <a:lnTo>
                      <a:pt x="91" y="110"/>
                    </a:lnTo>
                    <a:lnTo>
                      <a:pt x="112" y="117"/>
                    </a:lnTo>
                    <a:lnTo>
                      <a:pt x="130" y="126"/>
                    </a:lnTo>
                    <a:lnTo>
                      <a:pt x="144" y="138"/>
                    </a:lnTo>
                    <a:lnTo>
                      <a:pt x="156" y="154"/>
                    </a:lnTo>
                    <a:lnTo>
                      <a:pt x="160" y="180"/>
                    </a:lnTo>
                    <a:lnTo>
                      <a:pt x="156" y="203"/>
                    </a:lnTo>
                    <a:lnTo>
                      <a:pt x="144" y="224"/>
                    </a:lnTo>
                    <a:lnTo>
                      <a:pt x="125" y="241"/>
                    </a:lnTo>
                    <a:lnTo>
                      <a:pt x="102" y="250"/>
                    </a:lnTo>
                    <a:lnTo>
                      <a:pt x="77" y="252"/>
                    </a:lnTo>
                    <a:lnTo>
                      <a:pt x="46" y="250"/>
                    </a:lnTo>
                    <a:lnTo>
                      <a:pt x="21" y="238"/>
                    </a:lnTo>
                    <a:lnTo>
                      <a:pt x="0" y="220"/>
                    </a:lnTo>
                    <a:lnTo>
                      <a:pt x="28" y="196"/>
                    </a:lnTo>
                    <a:lnTo>
                      <a:pt x="42" y="210"/>
                    </a:lnTo>
                    <a:lnTo>
                      <a:pt x="58" y="220"/>
                    </a:lnTo>
                    <a:lnTo>
                      <a:pt x="77" y="222"/>
                    </a:lnTo>
                    <a:lnTo>
                      <a:pt x="93" y="220"/>
                    </a:lnTo>
                    <a:lnTo>
                      <a:pt x="109" y="213"/>
                    </a:lnTo>
                    <a:lnTo>
                      <a:pt x="121" y="201"/>
                    </a:lnTo>
                    <a:lnTo>
                      <a:pt x="125" y="182"/>
                    </a:lnTo>
                    <a:lnTo>
                      <a:pt x="121" y="168"/>
                    </a:lnTo>
                    <a:lnTo>
                      <a:pt x="109" y="157"/>
                    </a:lnTo>
                    <a:lnTo>
                      <a:pt x="95" y="150"/>
                    </a:lnTo>
                    <a:lnTo>
                      <a:pt x="77" y="143"/>
                    </a:lnTo>
                    <a:lnTo>
                      <a:pt x="56" y="136"/>
                    </a:lnTo>
                    <a:lnTo>
                      <a:pt x="37" y="126"/>
                    </a:lnTo>
                    <a:lnTo>
                      <a:pt x="23" y="115"/>
                    </a:lnTo>
                    <a:lnTo>
                      <a:pt x="11" y="96"/>
                    </a:lnTo>
                    <a:lnTo>
                      <a:pt x="7" y="68"/>
                    </a:lnTo>
                    <a:lnTo>
                      <a:pt x="11" y="52"/>
                    </a:lnTo>
                    <a:lnTo>
                      <a:pt x="18" y="33"/>
                    </a:lnTo>
                    <a:lnTo>
                      <a:pt x="35" y="17"/>
                    </a:lnTo>
                    <a:lnTo>
                      <a:pt x="58" y="5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36"/>
              <p:cNvSpPr>
                <a:spLocks/>
              </p:cNvSpPr>
              <p:nvPr userDrawn="1"/>
            </p:nvSpPr>
            <p:spPr bwMode="auto">
              <a:xfrm>
                <a:off x="6738938" y="5280026"/>
                <a:ext cx="395288" cy="382588"/>
              </a:xfrm>
              <a:custGeom>
                <a:avLst/>
                <a:gdLst>
                  <a:gd name="T0" fmla="*/ 0 w 249"/>
                  <a:gd name="T1" fmla="*/ 0 h 241"/>
                  <a:gd name="T2" fmla="*/ 49 w 249"/>
                  <a:gd name="T3" fmla="*/ 0 h 241"/>
                  <a:gd name="T4" fmla="*/ 123 w 249"/>
                  <a:gd name="T5" fmla="*/ 182 h 241"/>
                  <a:gd name="T6" fmla="*/ 126 w 249"/>
                  <a:gd name="T7" fmla="*/ 182 h 241"/>
                  <a:gd name="T8" fmla="*/ 200 w 249"/>
                  <a:gd name="T9" fmla="*/ 0 h 241"/>
                  <a:gd name="T10" fmla="*/ 249 w 249"/>
                  <a:gd name="T11" fmla="*/ 0 h 241"/>
                  <a:gd name="T12" fmla="*/ 249 w 249"/>
                  <a:gd name="T13" fmla="*/ 241 h 241"/>
                  <a:gd name="T14" fmla="*/ 216 w 249"/>
                  <a:gd name="T15" fmla="*/ 241 h 241"/>
                  <a:gd name="T16" fmla="*/ 216 w 249"/>
                  <a:gd name="T17" fmla="*/ 42 h 241"/>
                  <a:gd name="T18" fmla="*/ 216 w 249"/>
                  <a:gd name="T19" fmla="*/ 42 h 241"/>
                  <a:gd name="T20" fmla="*/ 135 w 249"/>
                  <a:gd name="T21" fmla="*/ 241 h 241"/>
                  <a:gd name="T22" fmla="*/ 114 w 249"/>
                  <a:gd name="T23" fmla="*/ 241 h 241"/>
                  <a:gd name="T24" fmla="*/ 33 w 249"/>
                  <a:gd name="T25" fmla="*/ 42 h 241"/>
                  <a:gd name="T26" fmla="*/ 33 w 249"/>
                  <a:gd name="T27" fmla="*/ 42 h 241"/>
                  <a:gd name="T28" fmla="*/ 33 w 249"/>
                  <a:gd name="T29" fmla="*/ 241 h 241"/>
                  <a:gd name="T30" fmla="*/ 0 w 249"/>
                  <a:gd name="T31" fmla="*/ 241 h 241"/>
                  <a:gd name="T32" fmla="*/ 0 w 249"/>
                  <a:gd name="T33" fmla="*/ 0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9" h="241">
                    <a:moveTo>
                      <a:pt x="0" y="0"/>
                    </a:moveTo>
                    <a:lnTo>
                      <a:pt x="49" y="0"/>
                    </a:lnTo>
                    <a:lnTo>
                      <a:pt x="123" y="182"/>
                    </a:lnTo>
                    <a:lnTo>
                      <a:pt x="126" y="182"/>
                    </a:lnTo>
                    <a:lnTo>
                      <a:pt x="200" y="0"/>
                    </a:lnTo>
                    <a:lnTo>
                      <a:pt x="249" y="0"/>
                    </a:lnTo>
                    <a:lnTo>
                      <a:pt x="249" y="241"/>
                    </a:lnTo>
                    <a:lnTo>
                      <a:pt x="216" y="241"/>
                    </a:lnTo>
                    <a:lnTo>
                      <a:pt x="216" y="42"/>
                    </a:lnTo>
                    <a:lnTo>
                      <a:pt x="216" y="42"/>
                    </a:lnTo>
                    <a:lnTo>
                      <a:pt x="135" y="241"/>
                    </a:lnTo>
                    <a:lnTo>
                      <a:pt x="114" y="241"/>
                    </a:lnTo>
                    <a:lnTo>
                      <a:pt x="33" y="42"/>
                    </a:lnTo>
                    <a:lnTo>
                      <a:pt x="33" y="42"/>
                    </a:lnTo>
                    <a:lnTo>
                      <a:pt x="33" y="241"/>
                    </a:lnTo>
                    <a:lnTo>
                      <a:pt x="0" y="2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37"/>
              <p:cNvSpPr>
                <a:spLocks noEditPoints="1"/>
              </p:cNvSpPr>
              <p:nvPr userDrawn="1"/>
            </p:nvSpPr>
            <p:spPr bwMode="auto">
              <a:xfrm>
                <a:off x="7170738" y="5280026"/>
                <a:ext cx="377825" cy="382588"/>
              </a:xfrm>
              <a:custGeom>
                <a:avLst/>
                <a:gdLst>
                  <a:gd name="T0" fmla="*/ 119 w 238"/>
                  <a:gd name="T1" fmla="*/ 42 h 241"/>
                  <a:gd name="T2" fmla="*/ 72 w 238"/>
                  <a:gd name="T3" fmla="*/ 152 h 241"/>
                  <a:gd name="T4" fmla="*/ 163 w 238"/>
                  <a:gd name="T5" fmla="*/ 152 h 241"/>
                  <a:gd name="T6" fmla="*/ 119 w 238"/>
                  <a:gd name="T7" fmla="*/ 42 h 241"/>
                  <a:gd name="T8" fmla="*/ 119 w 238"/>
                  <a:gd name="T9" fmla="*/ 42 h 241"/>
                  <a:gd name="T10" fmla="*/ 105 w 238"/>
                  <a:gd name="T11" fmla="*/ 0 h 241"/>
                  <a:gd name="T12" fmla="*/ 135 w 238"/>
                  <a:gd name="T13" fmla="*/ 0 h 241"/>
                  <a:gd name="T14" fmla="*/ 238 w 238"/>
                  <a:gd name="T15" fmla="*/ 241 h 241"/>
                  <a:gd name="T16" fmla="*/ 200 w 238"/>
                  <a:gd name="T17" fmla="*/ 241 h 241"/>
                  <a:gd name="T18" fmla="*/ 175 w 238"/>
                  <a:gd name="T19" fmla="*/ 180 h 241"/>
                  <a:gd name="T20" fmla="*/ 61 w 238"/>
                  <a:gd name="T21" fmla="*/ 180 h 241"/>
                  <a:gd name="T22" fmla="*/ 37 w 238"/>
                  <a:gd name="T23" fmla="*/ 241 h 241"/>
                  <a:gd name="T24" fmla="*/ 0 w 238"/>
                  <a:gd name="T25" fmla="*/ 241 h 241"/>
                  <a:gd name="T26" fmla="*/ 105 w 238"/>
                  <a:gd name="T27" fmla="*/ 0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8" h="241">
                    <a:moveTo>
                      <a:pt x="119" y="42"/>
                    </a:moveTo>
                    <a:lnTo>
                      <a:pt x="72" y="152"/>
                    </a:lnTo>
                    <a:lnTo>
                      <a:pt x="163" y="152"/>
                    </a:lnTo>
                    <a:lnTo>
                      <a:pt x="119" y="42"/>
                    </a:lnTo>
                    <a:lnTo>
                      <a:pt x="119" y="42"/>
                    </a:lnTo>
                    <a:close/>
                    <a:moveTo>
                      <a:pt x="105" y="0"/>
                    </a:moveTo>
                    <a:lnTo>
                      <a:pt x="135" y="0"/>
                    </a:lnTo>
                    <a:lnTo>
                      <a:pt x="238" y="241"/>
                    </a:lnTo>
                    <a:lnTo>
                      <a:pt x="200" y="241"/>
                    </a:lnTo>
                    <a:lnTo>
                      <a:pt x="175" y="180"/>
                    </a:lnTo>
                    <a:lnTo>
                      <a:pt x="61" y="180"/>
                    </a:lnTo>
                    <a:lnTo>
                      <a:pt x="37" y="241"/>
                    </a:lnTo>
                    <a:lnTo>
                      <a:pt x="0" y="241"/>
                    </a:lnTo>
                    <a:lnTo>
                      <a:pt x="105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38"/>
              <p:cNvSpPr>
                <a:spLocks noEditPoints="1"/>
              </p:cNvSpPr>
              <p:nvPr userDrawn="1"/>
            </p:nvSpPr>
            <p:spPr bwMode="auto">
              <a:xfrm>
                <a:off x="7588250" y="5280026"/>
                <a:ext cx="269875" cy="382588"/>
              </a:xfrm>
              <a:custGeom>
                <a:avLst/>
                <a:gdLst>
                  <a:gd name="T0" fmla="*/ 33 w 170"/>
                  <a:gd name="T1" fmla="*/ 28 h 241"/>
                  <a:gd name="T2" fmla="*/ 33 w 170"/>
                  <a:gd name="T3" fmla="*/ 105 h 241"/>
                  <a:gd name="T4" fmla="*/ 75 w 170"/>
                  <a:gd name="T5" fmla="*/ 105 h 241"/>
                  <a:gd name="T6" fmla="*/ 91 w 170"/>
                  <a:gd name="T7" fmla="*/ 105 h 241"/>
                  <a:gd name="T8" fmla="*/ 105 w 170"/>
                  <a:gd name="T9" fmla="*/ 101 h 241"/>
                  <a:gd name="T10" fmla="*/ 117 w 170"/>
                  <a:gd name="T11" fmla="*/ 96 h 241"/>
                  <a:gd name="T12" fmla="*/ 124 w 170"/>
                  <a:gd name="T13" fmla="*/ 84 h 241"/>
                  <a:gd name="T14" fmla="*/ 126 w 170"/>
                  <a:gd name="T15" fmla="*/ 68 h 241"/>
                  <a:gd name="T16" fmla="*/ 124 w 170"/>
                  <a:gd name="T17" fmla="*/ 52 h 241"/>
                  <a:gd name="T18" fmla="*/ 117 w 170"/>
                  <a:gd name="T19" fmla="*/ 40 h 241"/>
                  <a:gd name="T20" fmla="*/ 105 w 170"/>
                  <a:gd name="T21" fmla="*/ 33 h 241"/>
                  <a:gd name="T22" fmla="*/ 91 w 170"/>
                  <a:gd name="T23" fmla="*/ 31 h 241"/>
                  <a:gd name="T24" fmla="*/ 75 w 170"/>
                  <a:gd name="T25" fmla="*/ 28 h 241"/>
                  <a:gd name="T26" fmla="*/ 33 w 170"/>
                  <a:gd name="T27" fmla="*/ 28 h 241"/>
                  <a:gd name="T28" fmla="*/ 0 w 170"/>
                  <a:gd name="T29" fmla="*/ 0 h 241"/>
                  <a:gd name="T30" fmla="*/ 84 w 170"/>
                  <a:gd name="T31" fmla="*/ 0 h 241"/>
                  <a:gd name="T32" fmla="*/ 112 w 170"/>
                  <a:gd name="T33" fmla="*/ 3 h 241"/>
                  <a:gd name="T34" fmla="*/ 131 w 170"/>
                  <a:gd name="T35" fmla="*/ 12 h 241"/>
                  <a:gd name="T36" fmla="*/ 145 w 170"/>
                  <a:gd name="T37" fmla="*/ 24 h 241"/>
                  <a:gd name="T38" fmla="*/ 154 w 170"/>
                  <a:gd name="T39" fmla="*/ 38 h 241"/>
                  <a:gd name="T40" fmla="*/ 158 w 170"/>
                  <a:gd name="T41" fmla="*/ 52 h 241"/>
                  <a:gd name="T42" fmla="*/ 161 w 170"/>
                  <a:gd name="T43" fmla="*/ 68 h 241"/>
                  <a:gd name="T44" fmla="*/ 156 w 170"/>
                  <a:gd name="T45" fmla="*/ 89 h 241"/>
                  <a:gd name="T46" fmla="*/ 145 w 170"/>
                  <a:gd name="T47" fmla="*/ 110 h 241"/>
                  <a:gd name="T48" fmla="*/ 126 w 170"/>
                  <a:gd name="T49" fmla="*/ 124 h 241"/>
                  <a:gd name="T50" fmla="*/ 103 w 170"/>
                  <a:gd name="T51" fmla="*/ 131 h 241"/>
                  <a:gd name="T52" fmla="*/ 170 w 170"/>
                  <a:gd name="T53" fmla="*/ 241 h 241"/>
                  <a:gd name="T54" fmla="*/ 128 w 170"/>
                  <a:gd name="T55" fmla="*/ 241 h 241"/>
                  <a:gd name="T56" fmla="*/ 68 w 170"/>
                  <a:gd name="T57" fmla="*/ 133 h 241"/>
                  <a:gd name="T58" fmla="*/ 33 w 170"/>
                  <a:gd name="T59" fmla="*/ 133 h 241"/>
                  <a:gd name="T60" fmla="*/ 33 w 170"/>
                  <a:gd name="T61" fmla="*/ 241 h 241"/>
                  <a:gd name="T62" fmla="*/ 0 w 170"/>
                  <a:gd name="T63" fmla="*/ 241 h 241"/>
                  <a:gd name="T64" fmla="*/ 0 w 170"/>
                  <a:gd name="T65" fmla="*/ 0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70" h="241">
                    <a:moveTo>
                      <a:pt x="33" y="28"/>
                    </a:moveTo>
                    <a:lnTo>
                      <a:pt x="33" y="105"/>
                    </a:lnTo>
                    <a:lnTo>
                      <a:pt x="75" y="105"/>
                    </a:lnTo>
                    <a:lnTo>
                      <a:pt x="91" y="105"/>
                    </a:lnTo>
                    <a:lnTo>
                      <a:pt x="105" y="101"/>
                    </a:lnTo>
                    <a:lnTo>
                      <a:pt x="117" y="96"/>
                    </a:lnTo>
                    <a:lnTo>
                      <a:pt x="124" y="84"/>
                    </a:lnTo>
                    <a:lnTo>
                      <a:pt x="126" y="68"/>
                    </a:lnTo>
                    <a:lnTo>
                      <a:pt x="124" y="52"/>
                    </a:lnTo>
                    <a:lnTo>
                      <a:pt x="117" y="40"/>
                    </a:lnTo>
                    <a:lnTo>
                      <a:pt x="105" y="33"/>
                    </a:lnTo>
                    <a:lnTo>
                      <a:pt x="91" y="31"/>
                    </a:lnTo>
                    <a:lnTo>
                      <a:pt x="75" y="28"/>
                    </a:lnTo>
                    <a:lnTo>
                      <a:pt x="33" y="28"/>
                    </a:lnTo>
                    <a:close/>
                    <a:moveTo>
                      <a:pt x="0" y="0"/>
                    </a:moveTo>
                    <a:lnTo>
                      <a:pt x="84" y="0"/>
                    </a:lnTo>
                    <a:lnTo>
                      <a:pt x="112" y="3"/>
                    </a:lnTo>
                    <a:lnTo>
                      <a:pt x="131" y="12"/>
                    </a:lnTo>
                    <a:lnTo>
                      <a:pt x="145" y="24"/>
                    </a:lnTo>
                    <a:lnTo>
                      <a:pt x="154" y="38"/>
                    </a:lnTo>
                    <a:lnTo>
                      <a:pt x="158" y="52"/>
                    </a:lnTo>
                    <a:lnTo>
                      <a:pt x="161" y="68"/>
                    </a:lnTo>
                    <a:lnTo>
                      <a:pt x="156" y="89"/>
                    </a:lnTo>
                    <a:lnTo>
                      <a:pt x="145" y="110"/>
                    </a:lnTo>
                    <a:lnTo>
                      <a:pt x="126" y="124"/>
                    </a:lnTo>
                    <a:lnTo>
                      <a:pt x="103" y="131"/>
                    </a:lnTo>
                    <a:lnTo>
                      <a:pt x="170" y="241"/>
                    </a:lnTo>
                    <a:lnTo>
                      <a:pt x="128" y="241"/>
                    </a:lnTo>
                    <a:lnTo>
                      <a:pt x="68" y="133"/>
                    </a:lnTo>
                    <a:lnTo>
                      <a:pt x="33" y="133"/>
                    </a:lnTo>
                    <a:lnTo>
                      <a:pt x="33" y="241"/>
                    </a:lnTo>
                    <a:lnTo>
                      <a:pt x="0" y="2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39"/>
              <p:cNvSpPr>
                <a:spLocks/>
              </p:cNvSpPr>
              <p:nvPr userDrawn="1"/>
            </p:nvSpPr>
            <p:spPr bwMode="auto">
              <a:xfrm>
                <a:off x="7866063" y="5280026"/>
                <a:ext cx="295275" cy="382588"/>
              </a:xfrm>
              <a:custGeom>
                <a:avLst/>
                <a:gdLst>
                  <a:gd name="T0" fmla="*/ 0 w 186"/>
                  <a:gd name="T1" fmla="*/ 0 h 241"/>
                  <a:gd name="T2" fmla="*/ 186 w 186"/>
                  <a:gd name="T3" fmla="*/ 0 h 241"/>
                  <a:gd name="T4" fmla="*/ 186 w 186"/>
                  <a:gd name="T5" fmla="*/ 31 h 241"/>
                  <a:gd name="T6" fmla="*/ 109 w 186"/>
                  <a:gd name="T7" fmla="*/ 31 h 241"/>
                  <a:gd name="T8" fmla="*/ 109 w 186"/>
                  <a:gd name="T9" fmla="*/ 241 h 241"/>
                  <a:gd name="T10" fmla="*/ 77 w 186"/>
                  <a:gd name="T11" fmla="*/ 241 h 241"/>
                  <a:gd name="T12" fmla="*/ 77 w 186"/>
                  <a:gd name="T13" fmla="*/ 31 h 241"/>
                  <a:gd name="T14" fmla="*/ 0 w 186"/>
                  <a:gd name="T15" fmla="*/ 31 h 241"/>
                  <a:gd name="T16" fmla="*/ 0 w 186"/>
                  <a:gd name="T17" fmla="*/ 0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6" h="241">
                    <a:moveTo>
                      <a:pt x="0" y="0"/>
                    </a:moveTo>
                    <a:lnTo>
                      <a:pt x="186" y="0"/>
                    </a:lnTo>
                    <a:lnTo>
                      <a:pt x="186" y="31"/>
                    </a:lnTo>
                    <a:lnTo>
                      <a:pt x="109" y="31"/>
                    </a:lnTo>
                    <a:lnTo>
                      <a:pt x="109" y="241"/>
                    </a:lnTo>
                    <a:lnTo>
                      <a:pt x="77" y="241"/>
                    </a:lnTo>
                    <a:lnTo>
                      <a:pt x="77" y="31"/>
                    </a:lnTo>
                    <a:lnTo>
                      <a:pt x="0" y="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40"/>
              <p:cNvSpPr>
                <a:spLocks/>
              </p:cNvSpPr>
              <p:nvPr userDrawn="1"/>
            </p:nvSpPr>
            <p:spPr bwMode="auto">
              <a:xfrm>
                <a:off x="8205788" y="5280026"/>
                <a:ext cx="254000" cy="382588"/>
              </a:xfrm>
              <a:custGeom>
                <a:avLst/>
                <a:gdLst>
                  <a:gd name="T0" fmla="*/ 0 w 160"/>
                  <a:gd name="T1" fmla="*/ 0 h 241"/>
                  <a:gd name="T2" fmla="*/ 156 w 160"/>
                  <a:gd name="T3" fmla="*/ 0 h 241"/>
                  <a:gd name="T4" fmla="*/ 156 w 160"/>
                  <a:gd name="T5" fmla="*/ 31 h 241"/>
                  <a:gd name="T6" fmla="*/ 32 w 160"/>
                  <a:gd name="T7" fmla="*/ 31 h 241"/>
                  <a:gd name="T8" fmla="*/ 32 w 160"/>
                  <a:gd name="T9" fmla="*/ 103 h 241"/>
                  <a:gd name="T10" fmla="*/ 146 w 160"/>
                  <a:gd name="T11" fmla="*/ 103 h 241"/>
                  <a:gd name="T12" fmla="*/ 146 w 160"/>
                  <a:gd name="T13" fmla="*/ 133 h 241"/>
                  <a:gd name="T14" fmla="*/ 32 w 160"/>
                  <a:gd name="T15" fmla="*/ 133 h 241"/>
                  <a:gd name="T16" fmla="*/ 32 w 160"/>
                  <a:gd name="T17" fmla="*/ 210 h 241"/>
                  <a:gd name="T18" fmla="*/ 160 w 160"/>
                  <a:gd name="T19" fmla="*/ 210 h 241"/>
                  <a:gd name="T20" fmla="*/ 160 w 160"/>
                  <a:gd name="T21" fmla="*/ 241 h 241"/>
                  <a:gd name="T22" fmla="*/ 0 w 160"/>
                  <a:gd name="T23" fmla="*/ 241 h 241"/>
                  <a:gd name="T24" fmla="*/ 0 w 160"/>
                  <a:gd name="T25" fmla="*/ 0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0" h="241">
                    <a:moveTo>
                      <a:pt x="0" y="0"/>
                    </a:moveTo>
                    <a:lnTo>
                      <a:pt x="156" y="0"/>
                    </a:lnTo>
                    <a:lnTo>
                      <a:pt x="156" y="31"/>
                    </a:lnTo>
                    <a:lnTo>
                      <a:pt x="32" y="31"/>
                    </a:lnTo>
                    <a:lnTo>
                      <a:pt x="32" y="103"/>
                    </a:lnTo>
                    <a:lnTo>
                      <a:pt x="146" y="103"/>
                    </a:lnTo>
                    <a:lnTo>
                      <a:pt x="146" y="133"/>
                    </a:lnTo>
                    <a:lnTo>
                      <a:pt x="32" y="133"/>
                    </a:lnTo>
                    <a:lnTo>
                      <a:pt x="32" y="210"/>
                    </a:lnTo>
                    <a:lnTo>
                      <a:pt x="160" y="210"/>
                    </a:lnTo>
                    <a:lnTo>
                      <a:pt x="160" y="241"/>
                    </a:lnTo>
                    <a:lnTo>
                      <a:pt x="0" y="2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41"/>
              <p:cNvSpPr>
                <a:spLocks noEditPoints="1"/>
              </p:cNvSpPr>
              <p:nvPr userDrawn="1"/>
            </p:nvSpPr>
            <p:spPr bwMode="auto">
              <a:xfrm>
                <a:off x="8526463" y="5280026"/>
                <a:ext cx="269875" cy="382588"/>
              </a:xfrm>
              <a:custGeom>
                <a:avLst/>
                <a:gdLst>
                  <a:gd name="T0" fmla="*/ 33 w 170"/>
                  <a:gd name="T1" fmla="*/ 28 h 241"/>
                  <a:gd name="T2" fmla="*/ 33 w 170"/>
                  <a:gd name="T3" fmla="*/ 105 h 241"/>
                  <a:gd name="T4" fmla="*/ 75 w 170"/>
                  <a:gd name="T5" fmla="*/ 105 h 241"/>
                  <a:gd name="T6" fmla="*/ 89 w 170"/>
                  <a:gd name="T7" fmla="*/ 105 h 241"/>
                  <a:gd name="T8" fmla="*/ 103 w 170"/>
                  <a:gd name="T9" fmla="*/ 101 h 241"/>
                  <a:gd name="T10" fmla="*/ 114 w 170"/>
                  <a:gd name="T11" fmla="*/ 96 h 241"/>
                  <a:gd name="T12" fmla="*/ 124 w 170"/>
                  <a:gd name="T13" fmla="*/ 84 h 241"/>
                  <a:gd name="T14" fmla="*/ 126 w 170"/>
                  <a:gd name="T15" fmla="*/ 68 h 241"/>
                  <a:gd name="T16" fmla="*/ 124 w 170"/>
                  <a:gd name="T17" fmla="*/ 52 h 241"/>
                  <a:gd name="T18" fmla="*/ 114 w 170"/>
                  <a:gd name="T19" fmla="*/ 40 h 241"/>
                  <a:gd name="T20" fmla="*/ 103 w 170"/>
                  <a:gd name="T21" fmla="*/ 33 h 241"/>
                  <a:gd name="T22" fmla="*/ 89 w 170"/>
                  <a:gd name="T23" fmla="*/ 31 h 241"/>
                  <a:gd name="T24" fmla="*/ 75 w 170"/>
                  <a:gd name="T25" fmla="*/ 28 h 241"/>
                  <a:gd name="T26" fmla="*/ 33 w 170"/>
                  <a:gd name="T27" fmla="*/ 28 h 241"/>
                  <a:gd name="T28" fmla="*/ 0 w 170"/>
                  <a:gd name="T29" fmla="*/ 0 h 241"/>
                  <a:gd name="T30" fmla="*/ 84 w 170"/>
                  <a:gd name="T31" fmla="*/ 0 h 241"/>
                  <a:gd name="T32" fmla="*/ 110 w 170"/>
                  <a:gd name="T33" fmla="*/ 3 h 241"/>
                  <a:gd name="T34" fmla="*/ 131 w 170"/>
                  <a:gd name="T35" fmla="*/ 12 h 241"/>
                  <a:gd name="T36" fmla="*/ 145 w 170"/>
                  <a:gd name="T37" fmla="*/ 24 h 241"/>
                  <a:gd name="T38" fmla="*/ 154 w 170"/>
                  <a:gd name="T39" fmla="*/ 38 h 241"/>
                  <a:gd name="T40" fmla="*/ 159 w 170"/>
                  <a:gd name="T41" fmla="*/ 52 h 241"/>
                  <a:gd name="T42" fmla="*/ 161 w 170"/>
                  <a:gd name="T43" fmla="*/ 68 h 241"/>
                  <a:gd name="T44" fmla="*/ 156 w 170"/>
                  <a:gd name="T45" fmla="*/ 89 h 241"/>
                  <a:gd name="T46" fmla="*/ 145 w 170"/>
                  <a:gd name="T47" fmla="*/ 110 h 241"/>
                  <a:gd name="T48" fmla="*/ 126 w 170"/>
                  <a:gd name="T49" fmla="*/ 124 h 241"/>
                  <a:gd name="T50" fmla="*/ 100 w 170"/>
                  <a:gd name="T51" fmla="*/ 131 h 241"/>
                  <a:gd name="T52" fmla="*/ 170 w 170"/>
                  <a:gd name="T53" fmla="*/ 241 h 241"/>
                  <a:gd name="T54" fmla="*/ 128 w 170"/>
                  <a:gd name="T55" fmla="*/ 241 h 241"/>
                  <a:gd name="T56" fmla="*/ 68 w 170"/>
                  <a:gd name="T57" fmla="*/ 133 h 241"/>
                  <a:gd name="T58" fmla="*/ 33 w 170"/>
                  <a:gd name="T59" fmla="*/ 133 h 241"/>
                  <a:gd name="T60" fmla="*/ 33 w 170"/>
                  <a:gd name="T61" fmla="*/ 241 h 241"/>
                  <a:gd name="T62" fmla="*/ 0 w 170"/>
                  <a:gd name="T63" fmla="*/ 241 h 241"/>
                  <a:gd name="T64" fmla="*/ 0 w 170"/>
                  <a:gd name="T65" fmla="*/ 0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70" h="241">
                    <a:moveTo>
                      <a:pt x="33" y="28"/>
                    </a:moveTo>
                    <a:lnTo>
                      <a:pt x="33" y="105"/>
                    </a:lnTo>
                    <a:lnTo>
                      <a:pt x="75" y="105"/>
                    </a:lnTo>
                    <a:lnTo>
                      <a:pt x="89" y="105"/>
                    </a:lnTo>
                    <a:lnTo>
                      <a:pt x="103" y="101"/>
                    </a:lnTo>
                    <a:lnTo>
                      <a:pt x="114" y="96"/>
                    </a:lnTo>
                    <a:lnTo>
                      <a:pt x="124" y="84"/>
                    </a:lnTo>
                    <a:lnTo>
                      <a:pt x="126" y="68"/>
                    </a:lnTo>
                    <a:lnTo>
                      <a:pt x="124" y="52"/>
                    </a:lnTo>
                    <a:lnTo>
                      <a:pt x="114" y="40"/>
                    </a:lnTo>
                    <a:lnTo>
                      <a:pt x="103" y="33"/>
                    </a:lnTo>
                    <a:lnTo>
                      <a:pt x="89" y="31"/>
                    </a:lnTo>
                    <a:lnTo>
                      <a:pt x="75" y="28"/>
                    </a:lnTo>
                    <a:lnTo>
                      <a:pt x="33" y="28"/>
                    </a:lnTo>
                    <a:close/>
                    <a:moveTo>
                      <a:pt x="0" y="0"/>
                    </a:moveTo>
                    <a:lnTo>
                      <a:pt x="84" y="0"/>
                    </a:lnTo>
                    <a:lnTo>
                      <a:pt x="110" y="3"/>
                    </a:lnTo>
                    <a:lnTo>
                      <a:pt x="131" y="12"/>
                    </a:lnTo>
                    <a:lnTo>
                      <a:pt x="145" y="24"/>
                    </a:lnTo>
                    <a:lnTo>
                      <a:pt x="154" y="38"/>
                    </a:lnTo>
                    <a:lnTo>
                      <a:pt x="159" y="52"/>
                    </a:lnTo>
                    <a:lnTo>
                      <a:pt x="161" y="68"/>
                    </a:lnTo>
                    <a:lnTo>
                      <a:pt x="156" y="89"/>
                    </a:lnTo>
                    <a:lnTo>
                      <a:pt x="145" y="110"/>
                    </a:lnTo>
                    <a:lnTo>
                      <a:pt x="126" y="124"/>
                    </a:lnTo>
                    <a:lnTo>
                      <a:pt x="100" y="131"/>
                    </a:lnTo>
                    <a:lnTo>
                      <a:pt x="170" y="241"/>
                    </a:lnTo>
                    <a:lnTo>
                      <a:pt x="128" y="241"/>
                    </a:lnTo>
                    <a:lnTo>
                      <a:pt x="68" y="133"/>
                    </a:lnTo>
                    <a:lnTo>
                      <a:pt x="33" y="133"/>
                    </a:lnTo>
                    <a:lnTo>
                      <a:pt x="33" y="241"/>
                    </a:lnTo>
                    <a:lnTo>
                      <a:pt x="0" y="2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42"/>
              <p:cNvSpPr>
                <a:spLocks/>
              </p:cNvSpPr>
              <p:nvPr userDrawn="1"/>
            </p:nvSpPr>
            <p:spPr bwMode="auto">
              <a:xfrm>
                <a:off x="8937625" y="5280026"/>
                <a:ext cx="512763" cy="382588"/>
              </a:xfrm>
              <a:custGeom>
                <a:avLst/>
                <a:gdLst>
                  <a:gd name="T0" fmla="*/ 0 w 323"/>
                  <a:gd name="T1" fmla="*/ 0 h 241"/>
                  <a:gd name="T2" fmla="*/ 35 w 323"/>
                  <a:gd name="T3" fmla="*/ 0 h 241"/>
                  <a:gd name="T4" fmla="*/ 86 w 323"/>
                  <a:gd name="T5" fmla="*/ 192 h 241"/>
                  <a:gd name="T6" fmla="*/ 86 w 323"/>
                  <a:gd name="T7" fmla="*/ 192 h 241"/>
                  <a:gd name="T8" fmla="*/ 144 w 323"/>
                  <a:gd name="T9" fmla="*/ 0 h 241"/>
                  <a:gd name="T10" fmla="*/ 181 w 323"/>
                  <a:gd name="T11" fmla="*/ 0 h 241"/>
                  <a:gd name="T12" fmla="*/ 237 w 323"/>
                  <a:gd name="T13" fmla="*/ 192 h 241"/>
                  <a:gd name="T14" fmla="*/ 237 w 323"/>
                  <a:gd name="T15" fmla="*/ 192 h 241"/>
                  <a:gd name="T16" fmla="*/ 291 w 323"/>
                  <a:gd name="T17" fmla="*/ 0 h 241"/>
                  <a:gd name="T18" fmla="*/ 323 w 323"/>
                  <a:gd name="T19" fmla="*/ 0 h 241"/>
                  <a:gd name="T20" fmla="*/ 253 w 323"/>
                  <a:gd name="T21" fmla="*/ 241 h 241"/>
                  <a:gd name="T22" fmla="*/ 221 w 323"/>
                  <a:gd name="T23" fmla="*/ 241 h 241"/>
                  <a:gd name="T24" fmla="*/ 163 w 323"/>
                  <a:gd name="T25" fmla="*/ 45 h 241"/>
                  <a:gd name="T26" fmla="*/ 160 w 323"/>
                  <a:gd name="T27" fmla="*/ 45 h 241"/>
                  <a:gd name="T28" fmla="*/ 104 w 323"/>
                  <a:gd name="T29" fmla="*/ 241 h 241"/>
                  <a:gd name="T30" fmla="*/ 69 w 323"/>
                  <a:gd name="T31" fmla="*/ 241 h 241"/>
                  <a:gd name="T32" fmla="*/ 0 w 323"/>
                  <a:gd name="T33" fmla="*/ 0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23" h="241">
                    <a:moveTo>
                      <a:pt x="0" y="0"/>
                    </a:moveTo>
                    <a:lnTo>
                      <a:pt x="35" y="0"/>
                    </a:lnTo>
                    <a:lnTo>
                      <a:pt x="86" y="192"/>
                    </a:lnTo>
                    <a:lnTo>
                      <a:pt x="86" y="192"/>
                    </a:lnTo>
                    <a:lnTo>
                      <a:pt x="144" y="0"/>
                    </a:lnTo>
                    <a:lnTo>
                      <a:pt x="181" y="0"/>
                    </a:lnTo>
                    <a:lnTo>
                      <a:pt x="237" y="192"/>
                    </a:lnTo>
                    <a:lnTo>
                      <a:pt x="237" y="192"/>
                    </a:lnTo>
                    <a:lnTo>
                      <a:pt x="291" y="0"/>
                    </a:lnTo>
                    <a:lnTo>
                      <a:pt x="323" y="0"/>
                    </a:lnTo>
                    <a:lnTo>
                      <a:pt x="253" y="241"/>
                    </a:lnTo>
                    <a:lnTo>
                      <a:pt x="221" y="241"/>
                    </a:lnTo>
                    <a:lnTo>
                      <a:pt x="163" y="45"/>
                    </a:lnTo>
                    <a:lnTo>
                      <a:pt x="160" y="45"/>
                    </a:lnTo>
                    <a:lnTo>
                      <a:pt x="104" y="241"/>
                    </a:lnTo>
                    <a:lnTo>
                      <a:pt x="69" y="2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43"/>
              <p:cNvSpPr>
                <a:spLocks noEditPoints="1"/>
              </p:cNvSpPr>
              <p:nvPr userDrawn="1"/>
            </p:nvSpPr>
            <p:spPr bwMode="auto">
              <a:xfrm>
                <a:off x="9469438" y="5268913"/>
                <a:ext cx="395288" cy="400050"/>
              </a:xfrm>
              <a:custGeom>
                <a:avLst/>
                <a:gdLst>
                  <a:gd name="T0" fmla="*/ 123 w 249"/>
                  <a:gd name="T1" fmla="*/ 33 h 252"/>
                  <a:gd name="T2" fmla="*/ 93 w 249"/>
                  <a:gd name="T3" fmla="*/ 38 h 252"/>
                  <a:gd name="T4" fmla="*/ 70 w 249"/>
                  <a:gd name="T5" fmla="*/ 49 h 252"/>
                  <a:gd name="T6" fmla="*/ 51 w 249"/>
                  <a:gd name="T7" fmla="*/ 70 h 252"/>
                  <a:gd name="T8" fmla="*/ 37 w 249"/>
                  <a:gd name="T9" fmla="*/ 98 h 252"/>
                  <a:gd name="T10" fmla="*/ 35 w 249"/>
                  <a:gd name="T11" fmla="*/ 126 h 252"/>
                  <a:gd name="T12" fmla="*/ 37 w 249"/>
                  <a:gd name="T13" fmla="*/ 157 h 252"/>
                  <a:gd name="T14" fmla="*/ 51 w 249"/>
                  <a:gd name="T15" fmla="*/ 182 h 252"/>
                  <a:gd name="T16" fmla="*/ 70 w 249"/>
                  <a:gd name="T17" fmla="*/ 203 h 252"/>
                  <a:gd name="T18" fmla="*/ 93 w 249"/>
                  <a:gd name="T19" fmla="*/ 217 h 252"/>
                  <a:gd name="T20" fmla="*/ 123 w 249"/>
                  <a:gd name="T21" fmla="*/ 222 h 252"/>
                  <a:gd name="T22" fmla="*/ 153 w 249"/>
                  <a:gd name="T23" fmla="*/ 217 h 252"/>
                  <a:gd name="T24" fmla="*/ 179 w 249"/>
                  <a:gd name="T25" fmla="*/ 203 h 252"/>
                  <a:gd name="T26" fmla="*/ 198 w 249"/>
                  <a:gd name="T27" fmla="*/ 182 h 252"/>
                  <a:gd name="T28" fmla="*/ 209 w 249"/>
                  <a:gd name="T29" fmla="*/ 157 h 252"/>
                  <a:gd name="T30" fmla="*/ 214 w 249"/>
                  <a:gd name="T31" fmla="*/ 126 h 252"/>
                  <a:gd name="T32" fmla="*/ 209 w 249"/>
                  <a:gd name="T33" fmla="*/ 98 h 252"/>
                  <a:gd name="T34" fmla="*/ 198 w 249"/>
                  <a:gd name="T35" fmla="*/ 70 h 252"/>
                  <a:gd name="T36" fmla="*/ 179 w 249"/>
                  <a:gd name="T37" fmla="*/ 49 h 252"/>
                  <a:gd name="T38" fmla="*/ 153 w 249"/>
                  <a:gd name="T39" fmla="*/ 38 h 252"/>
                  <a:gd name="T40" fmla="*/ 123 w 249"/>
                  <a:gd name="T41" fmla="*/ 33 h 252"/>
                  <a:gd name="T42" fmla="*/ 123 w 249"/>
                  <a:gd name="T43" fmla="*/ 0 h 252"/>
                  <a:gd name="T44" fmla="*/ 165 w 249"/>
                  <a:gd name="T45" fmla="*/ 7 h 252"/>
                  <a:gd name="T46" fmla="*/ 200 w 249"/>
                  <a:gd name="T47" fmla="*/ 26 h 252"/>
                  <a:gd name="T48" fmla="*/ 226 w 249"/>
                  <a:gd name="T49" fmla="*/ 52 h 252"/>
                  <a:gd name="T50" fmla="*/ 242 w 249"/>
                  <a:gd name="T51" fmla="*/ 87 h 252"/>
                  <a:gd name="T52" fmla="*/ 249 w 249"/>
                  <a:gd name="T53" fmla="*/ 126 h 252"/>
                  <a:gd name="T54" fmla="*/ 242 w 249"/>
                  <a:gd name="T55" fmla="*/ 168 h 252"/>
                  <a:gd name="T56" fmla="*/ 226 w 249"/>
                  <a:gd name="T57" fmla="*/ 203 h 252"/>
                  <a:gd name="T58" fmla="*/ 200 w 249"/>
                  <a:gd name="T59" fmla="*/ 229 h 252"/>
                  <a:gd name="T60" fmla="*/ 165 w 249"/>
                  <a:gd name="T61" fmla="*/ 248 h 252"/>
                  <a:gd name="T62" fmla="*/ 123 w 249"/>
                  <a:gd name="T63" fmla="*/ 252 h 252"/>
                  <a:gd name="T64" fmla="*/ 84 w 249"/>
                  <a:gd name="T65" fmla="*/ 248 h 252"/>
                  <a:gd name="T66" fmla="*/ 49 w 249"/>
                  <a:gd name="T67" fmla="*/ 229 h 252"/>
                  <a:gd name="T68" fmla="*/ 23 w 249"/>
                  <a:gd name="T69" fmla="*/ 203 h 252"/>
                  <a:gd name="T70" fmla="*/ 4 w 249"/>
                  <a:gd name="T71" fmla="*/ 168 h 252"/>
                  <a:gd name="T72" fmla="*/ 0 w 249"/>
                  <a:gd name="T73" fmla="*/ 126 h 252"/>
                  <a:gd name="T74" fmla="*/ 4 w 249"/>
                  <a:gd name="T75" fmla="*/ 87 h 252"/>
                  <a:gd name="T76" fmla="*/ 23 w 249"/>
                  <a:gd name="T77" fmla="*/ 52 h 252"/>
                  <a:gd name="T78" fmla="*/ 49 w 249"/>
                  <a:gd name="T79" fmla="*/ 26 h 252"/>
                  <a:gd name="T80" fmla="*/ 84 w 249"/>
                  <a:gd name="T81" fmla="*/ 7 h 252"/>
                  <a:gd name="T82" fmla="*/ 123 w 249"/>
                  <a:gd name="T83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49" h="252">
                    <a:moveTo>
                      <a:pt x="123" y="33"/>
                    </a:moveTo>
                    <a:lnTo>
                      <a:pt x="93" y="38"/>
                    </a:lnTo>
                    <a:lnTo>
                      <a:pt x="70" y="49"/>
                    </a:lnTo>
                    <a:lnTo>
                      <a:pt x="51" y="70"/>
                    </a:lnTo>
                    <a:lnTo>
                      <a:pt x="37" y="98"/>
                    </a:lnTo>
                    <a:lnTo>
                      <a:pt x="35" y="126"/>
                    </a:lnTo>
                    <a:lnTo>
                      <a:pt x="37" y="157"/>
                    </a:lnTo>
                    <a:lnTo>
                      <a:pt x="51" y="182"/>
                    </a:lnTo>
                    <a:lnTo>
                      <a:pt x="70" y="203"/>
                    </a:lnTo>
                    <a:lnTo>
                      <a:pt x="93" y="217"/>
                    </a:lnTo>
                    <a:lnTo>
                      <a:pt x="123" y="222"/>
                    </a:lnTo>
                    <a:lnTo>
                      <a:pt x="153" y="217"/>
                    </a:lnTo>
                    <a:lnTo>
                      <a:pt x="179" y="203"/>
                    </a:lnTo>
                    <a:lnTo>
                      <a:pt x="198" y="182"/>
                    </a:lnTo>
                    <a:lnTo>
                      <a:pt x="209" y="157"/>
                    </a:lnTo>
                    <a:lnTo>
                      <a:pt x="214" y="126"/>
                    </a:lnTo>
                    <a:lnTo>
                      <a:pt x="209" y="98"/>
                    </a:lnTo>
                    <a:lnTo>
                      <a:pt x="198" y="70"/>
                    </a:lnTo>
                    <a:lnTo>
                      <a:pt x="179" y="49"/>
                    </a:lnTo>
                    <a:lnTo>
                      <a:pt x="153" y="38"/>
                    </a:lnTo>
                    <a:lnTo>
                      <a:pt x="123" y="33"/>
                    </a:lnTo>
                    <a:close/>
                    <a:moveTo>
                      <a:pt x="123" y="0"/>
                    </a:moveTo>
                    <a:lnTo>
                      <a:pt x="165" y="7"/>
                    </a:lnTo>
                    <a:lnTo>
                      <a:pt x="200" y="26"/>
                    </a:lnTo>
                    <a:lnTo>
                      <a:pt x="226" y="52"/>
                    </a:lnTo>
                    <a:lnTo>
                      <a:pt x="242" y="87"/>
                    </a:lnTo>
                    <a:lnTo>
                      <a:pt x="249" y="126"/>
                    </a:lnTo>
                    <a:lnTo>
                      <a:pt x="242" y="168"/>
                    </a:lnTo>
                    <a:lnTo>
                      <a:pt x="226" y="203"/>
                    </a:lnTo>
                    <a:lnTo>
                      <a:pt x="200" y="229"/>
                    </a:lnTo>
                    <a:lnTo>
                      <a:pt x="165" y="248"/>
                    </a:lnTo>
                    <a:lnTo>
                      <a:pt x="123" y="252"/>
                    </a:lnTo>
                    <a:lnTo>
                      <a:pt x="84" y="248"/>
                    </a:lnTo>
                    <a:lnTo>
                      <a:pt x="49" y="229"/>
                    </a:lnTo>
                    <a:lnTo>
                      <a:pt x="23" y="203"/>
                    </a:lnTo>
                    <a:lnTo>
                      <a:pt x="4" y="168"/>
                    </a:lnTo>
                    <a:lnTo>
                      <a:pt x="0" y="126"/>
                    </a:lnTo>
                    <a:lnTo>
                      <a:pt x="4" y="87"/>
                    </a:lnTo>
                    <a:lnTo>
                      <a:pt x="23" y="52"/>
                    </a:lnTo>
                    <a:lnTo>
                      <a:pt x="49" y="26"/>
                    </a:lnTo>
                    <a:lnTo>
                      <a:pt x="84" y="7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44"/>
              <p:cNvSpPr>
                <a:spLocks noEditPoints="1"/>
              </p:cNvSpPr>
              <p:nvPr userDrawn="1"/>
            </p:nvSpPr>
            <p:spPr bwMode="auto">
              <a:xfrm>
                <a:off x="9931400" y="5280026"/>
                <a:ext cx="269875" cy="382588"/>
              </a:xfrm>
              <a:custGeom>
                <a:avLst/>
                <a:gdLst>
                  <a:gd name="T0" fmla="*/ 32 w 170"/>
                  <a:gd name="T1" fmla="*/ 28 h 241"/>
                  <a:gd name="T2" fmla="*/ 32 w 170"/>
                  <a:gd name="T3" fmla="*/ 105 h 241"/>
                  <a:gd name="T4" fmla="*/ 74 w 170"/>
                  <a:gd name="T5" fmla="*/ 105 h 241"/>
                  <a:gd name="T6" fmla="*/ 88 w 170"/>
                  <a:gd name="T7" fmla="*/ 105 h 241"/>
                  <a:gd name="T8" fmla="*/ 102 w 170"/>
                  <a:gd name="T9" fmla="*/ 101 h 241"/>
                  <a:gd name="T10" fmla="*/ 114 w 170"/>
                  <a:gd name="T11" fmla="*/ 96 h 241"/>
                  <a:gd name="T12" fmla="*/ 123 w 170"/>
                  <a:gd name="T13" fmla="*/ 84 h 241"/>
                  <a:gd name="T14" fmla="*/ 125 w 170"/>
                  <a:gd name="T15" fmla="*/ 68 h 241"/>
                  <a:gd name="T16" fmla="*/ 123 w 170"/>
                  <a:gd name="T17" fmla="*/ 52 h 241"/>
                  <a:gd name="T18" fmla="*/ 114 w 170"/>
                  <a:gd name="T19" fmla="*/ 40 h 241"/>
                  <a:gd name="T20" fmla="*/ 102 w 170"/>
                  <a:gd name="T21" fmla="*/ 33 h 241"/>
                  <a:gd name="T22" fmla="*/ 88 w 170"/>
                  <a:gd name="T23" fmla="*/ 31 h 241"/>
                  <a:gd name="T24" fmla="*/ 74 w 170"/>
                  <a:gd name="T25" fmla="*/ 28 h 241"/>
                  <a:gd name="T26" fmla="*/ 32 w 170"/>
                  <a:gd name="T27" fmla="*/ 28 h 241"/>
                  <a:gd name="T28" fmla="*/ 0 w 170"/>
                  <a:gd name="T29" fmla="*/ 0 h 241"/>
                  <a:gd name="T30" fmla="*/ 83 w 170"/>
                  <a:gd name="T31" fmla="*/ 0 h 241"/>
                  <a:gd name="T32" fmla="*/ 109 w 170"/>
                  <a:gd name="T33" fmla="*/ 3 h 241"/>
                  <a:gd name="T34" fmla="*/ 130 w 170"/>
                  <a:gd name="T35" fmla="*/ 12 h 241"/>
                  <a:gd name="T36" fmla="*/ 144 w 170"/>
                  <a:gd name="T37" fmla="*/ 24 h 241"/>
                  <a:gd name="T38" fmla="*/ 153 w 170"/>
                  <a:gd name="T39" fmla="*/ 38 h 241"/>
                  <a:gd name="T40" fmla="*/ 158 w 170"/>
                  <a:gd name="T41" fmla="*/ 52 h 241"/>
                  <a:gd name="T42" fmla="*/ 160 w 170"/>
                  <a:gd name="T43" fmla="*/ 68 h 241"/>
                  <a:gd name="T44" fmla="*/ 156 w 170"/>
                  <a:gd name="T45" fmla="*/ 89 h 241"/>
                  <a:gd name="T46" fmla="*/ 144 w 170"/>
                  <a:gd name="T47" fmla="*/ 110 h 241"/>
                  <a:gd name="T48" fmla="*/ 125 w 170"/>
                  <a:gd name="T49" fmla="*/ 124 h 241"/>
                  <a:gd name="T50" fmla="*/ 100 w 170"/>
                  <a:gd name="T51" fmla="*/ 131 h 241"/>
                  <a:gd name="T52" fmla="*/ 170 w 170"/>
                  <a:gd name="T53" fmla="*/ 241 h 241"/>
                  <a:gd name="T54" fmla="*/ 128 w 170"/>
                  <a:gd name="T55" fmla="*/ 241 h 241"/>
                  <a:gd name="T56" fmla="*/ 67 w 170"/>
                  <a:gd name="T57" fmla="*/ 133 h 241"/>
                  <a:gd name="T58" fmla="*/ 32 w 170"/>
                  <a:gd name="T59" fmla="*/ 133 h 241"/>
                  <a:gd name="T60" fmla="*/ 32 w 170"/>
                  <a:gd name="T61" fmla="*/ 241 h 241"/>
                  <a:gd name="T62" fmla="*/ 0 w 170"/>
                  <a:gd name="T63" fmla="*/ 241 h 241"/>
                  <a:gd name="T64" fmla="*/ 0 w 170"/>
                  <a:gd name="T65" fmla="*/ 0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70" h="241">
                    <a:moveTo>
                      <a:pt x="32" y="28"/>
                    </a:moveTo>
                    <a:lnTo>
                      <a:pt x="32" y="105"/>
                    </a:lnTo>
                    <a:lnTo>
                      <a:pt x="74" y="105"/>
                    </a:lnTo>
                    <a:lnTo>
                      <a:pt x="88" y="105"/>
                    </a:lnTo>
                    <a:lnTo>
                      <a:pt x="102" y="101"/>
                    </a:lnTo>
                    <a:lnTo>
                      <a:pt x="114" y="96"/>
                    </a:lnTo>
                    <a:lnTo>
                      <a:pt x="123" y="84"/>
                    </a:lnTo>
                    <a:lnTo>
                      <a:pt x="125" y="68"/>
                    </a:lnTo>
                    <a:lnTo>
                      <a:pt x="123" y="52"/>
                    </a:lnTo>
                    <a:lnTo>
                      <a:pt x="114" y="40"/>
                    </a:lnTo>
                    <a:lnTo>
                      <a:pt x="102" y="33"/>
                    </a:lnTo>
                    <a:lnTo>
                      <a:pt x="88" y="31"/>
                    </a:lnTo>
                    <a:lnTo>
                      <a:pt x="74" y="28"/>
                    </a:lnTo>
                    <a:lnTo>
                      <a:pt x="32" y="28"/>
                    </a:lnTo>
                    <a:close/>
                    <a:moveTo>
                      <a:pt x="0" y="0"/>
                    </a:moveTo>
                    <a:lnTo>
                      <a:pt x="83" y="0"/>
                    </a:lnTo>
                    <a:lnTo>
                      <a:pt x="109" y="3"/>
                    </a:lnTo>
                    <a:lnTo>
                      <a:pt x="130" y="12"/>
                    </a:lnTo>
                    <a:lnTo>
                      <a:pt x="144" y="24"/>
                    </a:lnTo>
                    <a:lnTo>
                      <a:pt x="153" y="38"/>
                    </a:lnTo>
                    <a:lnTo>
                      <a:pt x="158" y="52"/>
                    </a:lnTo>
                    <a:lnTo>
                      <a:pt x="160" y="68"/>
                    </a:lnTo>
                    <a:lnTo>
                      <a:pt x="156" y="89"/>
                    </a:lnTo>
                    <a:lnTo>
                      <a:pt x="144" y="110"/>
                    </a:lnTo>
                    <a:lnTo>
                      <a:pt x="125" y="124"/>
                    </a:lnTo>
                    <a:lnTo>
                      <a:pt x="100" y="131"/>
                    </a:lnTo>
                    <a:lnTo>
                      <a:pt x="170" y="241"/>
                    </a:lnTo>
                    <a:lnTo>
                      <a:pt x="128" y="241"/>
                    </a:lnTo>
                    <a:lnTo>
                      <a:pt x="67" y="133"/>
                    </a:lnTo>
                    <a:lnTo>
                      <a:pt x="32" y="133"/>
                    </a:lnTo>
                    <a:lnTo>
                      <a:pt x="32" y="241"/>
                    </a:lnTo>
                    <a:lnTo>
                      <a:pt x="0" y="2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45"/>
              <p:cNvSpPr>
                <a:spLocks/>
              </p:cNvSpPr>
              <p:nvPr userDrawn="1"/>
            </p:nvSpPr>
            <p:spPr bwMode="auto">
              <a:xfrm>
                <a:off x="10248900" y="5280026"/>
                <a:ext cx="225425" cy="382588"/>
              </a:xfrm>
              <a:custGeom>
                <a:avLst/>
                <a:gdLst>
                  <a:gd name="T0" fmla="*/ 0 w 142"/>
                  <a:gd name="T1" fmla="*/ 0 h 241"/>
                  <a:gd name="T2" fmla="*/ 32 w 142"/>
                  <a:gd name="T3" fmla="*/ 0 h 241"/>
                  <a:gd name="T4" fmla="*/ 32 w 142"/>
                  <a:gd name="T5" fmla="*/ 210 h 241"/>
                  <a:gd name="T6" fmla="*/ 142 w 142"/>
                  <a:gd name="T7" fmla="*/ 210 h 241"/>
                  <a:gd name="T8" fmla="*/ 142 w 142"/>
                  <a:gd name="T9" fmla="*/ 241 h 241"/>
                  <a:gd name="T10" fmla="*/ 0 w 142"/>
                  <a:gd name="T11" fmla="*/ 241 h 241"/>
                  <a:gd name="T12" fmla="*/ 0 w 142"/>
                  <a:gd name="T13" fmla="*/ 0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2" h="241">
                    <a:moveTo>
                      <a:pt x="0" y="0"/>
                    </a:moveTo>
                    <a:lnTo>
                      <a:pt x="32" y="0"/>
                    </a:lnTo>
                    <a:lnTo>
                      <a:pt x="32" y="210"/>
                    </a:lnTo>
                    <a:lnTo>
                      <a:pt x="142" y="210"/>
                    </a:lnTo>
                    <a:lnTo>
                      <a:pt x="142" y="241"/>
                    </a:lnTo>
                    <a:lnTo>
                      <a:pt x="0" y="2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46"/>
              <p:cNvSpPr>
                <a:spLocks noEditPoints="1"/>
              </p:cNvSpPr>
              <p:nvPr userDrawn="1"/>
            </p:nvSpPr>
            <p:spPr bwMode="auto">
              <a:xfrm>
                <a:off x="10510838" y="5280026"/>
                <a:ext cx="328613" cy="382588"/>
              </a:xfrm>
              <a:custGeom>
                <a:avLst/>
                <a:gdLst>
                  <a:gd name="T0" fmla="*/ 33 w 207"/>
                  <a:gd name="T1" fmla="*/ 31 h 241"/>
                  <a:gd name="T2" fmla="*/ 33 w 207"/>
                  <a:gd name="T3" fmla="*/ 210 h 241"/>
                  <a:gd name="T4" fmla="*/ 72 w 207"/>
                  <a:gd name="T5" fmla="*/ 210 h 241"/>
                  <a:gd name="T6" fmla="*/ 105 w 207"/>
                  <a:gd name="T7" fmla="*/ 206 h 241"/>
                  <a:gd name="T8" fmla="*/ 133 w 207"/>
                  <a:gd name="T9" fmla="*/ 194 h 241"/>
                  <a:gd name="T10" fmla="*/ 154 w 207"/>
                  <a:gd name="T11" fmla="*/ 178 h 241"/>
                  <a:gd name="T12" fmla="*/ 168 w 207"/>
                  <a:gd name="T13" fmla="*/ 152 h 241"/>
                  <a:gd name="T14" fmla="*/ 175 w 207"/>
                  <a:gd name="T15" fmla="*/ 119 h 241"/>
                  <a:gd name="T16" fmla="*/ 172 w 207"/>
                  <a:gd name="T17" fmla="*/ 105 h 241"/>
                  <a:gd name="T18" fmla="*/ 170 w 207"/>
                  <a:gd name="T19" fmla="*/ 89 h 241"/>
                  <a:gd name="T20" fmla="*/ 161 w 207"/>
                  <a:gd name="T21" fmla="*/ 73 h 241"/>
                  <a:gd name="T22" fmla="*/ 149 w 207"/>
                  <a:gd name="T23" fmla="*/ 56 h 241"/>
                  <a:gd name="T24" fmla="*/ 133 w 207"/>
                  <a:gd name="T25" fmla="*/ 42 h 241"/>
                  <a:gd name="T26" fmla="*/ 109 w 207"/>
                  <a:gd name="T27" fmla="*/ 35 h 241"/>
                  <a:gd name="T28" fmla="*/ 82 w 207"/>
                  <a:gd name="T29" fmla="*/ 31 h 241"/>
                  <a:gd name="T30" fmla="*/ 33 w 207"/>
                  <a:gd name="T31" fmla="*/ 31 h 241"/>
                  <a:gd name="T32" fmla="*/ 0 w 207"/>
                  <a:gd name="T33" fmla="*/ 0 h 241"/>
                  <a:gd name="T34" fmla="*/ 84 w 207"/>
                  <a:gd name="T35" fmla="*/ 0 h 241"/>
                  <a:gd name="T36" fmla="*/ 121 w 207"/>
                  <a:gd name="T37" fmla="*/ 5 h 241"/>
                  <a:gd name="T38" fmla="*/ 151 w 207"/>
                  <a:gd name="T39" fmla="*/ 17 h 241"/>
                  <a:gd name="T40" fmla="*/ 175 w 207"/>
                  <a:gd name="T41" fmla="*/ 33 h 241"/>
                  <a:gd name="T42" fmla="*/ 191 w 207"/>
                  <a:gd name="T43" fmla="*/ 54 h 241"/>
                  <a:gd name="T44" fmla="*/ 200 w 207"/>
                  <a:gd name="T45" fmla="*/ 77 h 241"/>
                  <a:gd name="T46" fmla="*/ 207 w 207"/>
                  <a:gd name="T47" fmla="*/ 101 h 241"/>
                  <a:gd name="T48" fmla="*/ 207 w 207"/>
                  <a:gd name="T49" fmla="*/ 119 h 241"/>
                  <a:gd name="T50" fmla="*/ 205 w 207"/>
                  <a:gd name="T51" fmla="*/ 150 h 241"/>
                  <a:gd name="T52" fmla="*/ 193 w 207"/>
                  <a:gd name="T53" fmla="*/ 178 h 241"/>
                  <a:gd name="T54" fmla="*/ 175 w 207"/>
                  <a:gd name="T55" fmla="*/ 203 h 241"/>
                  <a:gd name="T56" fmla="*/ 149 w 207"/>
                  <a:gd name="T57" fmla="*/ 222 h 241"/>
                  <a:gd name="T58" fmla="*/ 116 w 207"/>
                  <a:gd name="T59" fmla="*/ 236 h 241"/>
                  <a:gd name="T60" fmla="*/ 77 w 207"/>
                  <a:gd name="T61" fmla="*/ 241 h 241"/>
                  <a:gd name="T62" fmla="*/ 0 w 207"/>
                  <a:gd name="T63" fmla="*/ 241 h 241"/>
                  <a:gd name="T64" fmla="*/ 0 w 207"/>
                  <a:gd name="T65" fmla="*/ 0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07" h="241">
                    <a:moveTo>
                      <a:pt x="33" y="31"/>
                    </a:moveTo>
                    <a:lnTo>
                      <a:pt x="33" y="210"/>
                    </a:lnTo>
                    <a:lnTo>
                      <a:pt x="72" y="210"/>
                    </a:lnTo>
                    <a:lnTo>
                      <a:pt x="105" y="206"/>
                    </a:lnTo>
                    <a:lnTo>
                      <a:pt x="133" y="194"/>
                    </a:lnTo>
                    <a:lnTo>
                      <a:pt x="154" y="178"/>
                    </a:lnTo>
                    <a:lnTo>
                      <a:pt x="168" y="152"/>
                    </a:lnTo>
                    <a:lnTo>
                      <a:pt x="175" y="119"/>
                    </a:lnTo>
                    <a:lnTo>
                      <a:pt x="172" y="105"/>
                    </a:lnTo>
                    <a:lnTo>
                      <a:pt x="170" y="89"/>
                    </a:lnTo>
                    <a:lnTo>
                      <a:pt x="161" y="73"/>
                    </a:lnTo>
                    <a:lnTo>
                      <a:pt x="149" y="56"/>
                    </a:lnTo>
                    <a:lnTo>
                      <a:pt x="133" y="42"/>
                    </a:lnTo>
                    <a:lnTo>
                      <a:pt x="109" y="35"/>
                    </a:lnTo>
                    <a:lnTo>
                      <a:pt x="82" y="31"/>
                    </a:lnTo>
                    <a:lnTo>
                      <a:pt x="33" y="31"/>
                    </a:lnTo>
                    <a:close/>
                    <a:moveTo>
                      <a:pt x="0" y="0"/>
                    </a:moveTo>
                    <a:lnTo>
                      <a:pt x="84" y="0"/>
                    </a:lnTo>
                    <a:lnTo>
                      <a:pt x="121" y="5"/>
                    </a:lnTo>
                    <a:lnTo>
                      <a:pt x="151" y="17"/>
                    </a:lnTo>
                    <a:lnTo>
                      <a:pt x="175" y="33"/>
                    </a:lnTo>
                    <a:lnTo>
                      <a:pt x="191" y="54"/>
                    </a:lnTo>
                    <a:lnTo>
                      <a:pt x="200" y="77"/>
                    </a:lnTo>
                    <a:lnTo>
                      <a:pt x="207" y="101"/>
                    </a:lnTo>
                    <a:lnTo>
                      <a:pt x="207" y="119"/>
                    </a:lnTo>
                    <a:lnTo>
                      <a:pt x="205" y="150"/>
                    </a:lnTo>
                    <a:lnTo>
                      <a:pt x="193" y="178"/>
                    </a:lnTo>
                    <a:lnTo>
                      <a:pt x="175" y="203"/>
                    </a:lnTo>
                    <a:lnTo>
                      <a:pt x="149" y="222"/>
                    </a:lnTo>
                    <a:lnTo>
                      <a:pt x="116" y="236"/>
                    </a:lnTo>
                    <a:lnTo>
                      <a:pt x="77" y="241"/>
                    </a:lnTo>
                    <a:lnTo>
                      <a:pt x="0" y="2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94" name="TextBox 93"/>
          <p:cNvSpPr txBox="1"/>
          <p:nvPr userDrawn="1"/>
        </p:nvSpPr>
        <p:spPr>
          <a:xfrm>
            <a:off x="2222985" y="6412230"/>
            <a:ext cx="77460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bg1">
                    <a:lumMod val="65000"/>
                  </a:schemeClr>
                </a:solidFill>
              </a:rPr>
              <a:t>NXP and the NXP logo are trademarks of NXP B.V. All other product or service names are the property of their respective owners. © 2020 NXP B.V.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55FE46-8A05-F18F-3EBF-A43A61729D6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4688" y="6642100"/>
            <a:ext cx="70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NXP 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ransition>
    <p:fade/>
  </p:transition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Mem_43_MRAM: two ways to write MRAM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2B36"/>
                </a:solidFill>
                <a:latin typeface="Arial"/>
              </a:rPr>
              <a:t>One configuration switch: </a:t>
            </a:r>
            <a:r>
              <a:rPr sz="1500" b="1">
                <a:solidFill>
                  <a:srgbClr val="222B36"/>
                </a:solidFill>
                <a:latin typeface="Arial"/>
              </a:rPr>
              <a:t>MemUseAXIInterfaceEnabled</a:t>
            </a:r>
            <a:r>
              <a:rPr sz="1500" b="0">
                <a:solidFill>
                  <a:srgbClr val="222B36"/>
                </a:solidFill>
                <a:latin typeface="Arial"/>
              </a:rPr>
              <a:t>  (MemAutosarExt, default OFF). It selects how Write and Erase reach the MRAM; Read is the same in both cases.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40280"/>
            <a:ext cx="5394960" cy="50292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OFF (default): IPS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971800"/>
            <a:ext cx="1463040" cy="8229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22B36"/>
                </a:solidFill>
                <a:latin typeface="Arial"/>
              </a:rPr>
              <a:t>CPU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971800"/>
            <a:ext cx="1554480" cy="8229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22B36"/>
                </a:solidFill>
                <a:latin typeface="Arial"/>
              </a:rPr>
              <a:t>MRAMC</a:t>
            </a:r>
          </a:p>
          <a:p>
            <a:pPr algn="ctr"/>
            <a:r>
              <a:rPr sz="1300" b="0">
                <a:solidFill>
                  <a:srgbClr val="222B36"/>
                </a:solidFill>
                <a:latin typeface="Arial"/>
              </a:rPr>
              <a:t>write registers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971800"/>
            <a:ext cx="1097280" cy="8229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22B36"/>
                </a:solidFill>
                <a:latin typeface="Arial"/>
              </a:rPr>
              <a:t>MRAM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3383280"/>
            <a:ext cx="457200" cy="0"/>
          </a:xfrm>
          <a:prstGeom prst="line">
            <a:avLst/>
          </a:prstGeom>
          <a:ln w="31750">
            <a:solidFill>
              <a:srgbClr val="1F3A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297680" y="3383280"/>
            <a:ext cx="365760" cy="0"/>
          </a:xfrm>
          <a:prstGeom prst="line">
            <a:avLst/>
          </a:prstGeom>
          <a:ln w="31750">
            <a:solidFill>
              <a:srgbClr val="1F3A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3931920"/>
            <a:ext cx="5394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B36"/>
                </a:solidFill>
                <a:latin typeface="Arial"/>
              </a:rPr>
              <a:t>1. The driver reserves one of the controller's 2 write slots, so no other processor can use it.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B36"/>
                </a:solidFill>
                <a:latin typeface="Arial"/>
              </a:rPr>
              <a:t>2. It copies the data (up to 256 bytes = 8 pages) into the slot and marks which bytes are valid.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B36"/>
                </a:solidFill>
                <a:latin typeface="Arial"/>
              </a:rPr>
              <a:t>3. It tells the controller "write now". The controller writes the data into the memory.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B36"/>
                </a:solidFill>
                <a:latin typeface="Arial"/>
              </a:rPr>
              <a:t>4. The driver waits until the controller answers "done" or "error" for this write.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240280"/>
            <a:ext cx="5394960" cy="502920"/>
          </a:xfrm>
          <a:prstGeom prst="roundRect">
            <a:avLst/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ON: AXI path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71800"/>
            <a:ext cx="1463040" cy="8229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22B36"/>
                </a:solidFill>
                <a:latin typeface="Arial"/>
              </a:rPr>
              <a:t>CPU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2971800"/>
            <a:ext cx="1554480" cy="8229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22B36"/>
                </a:solidFill>
                <a:latin typeface="Arial"/>
              </a:rPr>
              <a:t>Write buffer</a:t>
            </a:r>
          </a:p>
          <a:p>
            <a:pPr algn="ctr"/>
            <a:r>
              <a:rPr sz="1300" b="0">
                <a:solidFill>
                  <a:srgbClr val="222B36"/>
                </a:solidFill>
                <a:latin typeface="Arial"/>
              </a:rPr>
              <a:t>(32 bytes)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07040" y="2971800"/>
            <a:ext cx="914400" cy="82296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22B36"/>
                </a:solidFill>
                <a:latin typeface="Arial"/>
              </a:rPr>
              <a:t>MRAM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01000" y="3383280"/>
            <a:ext cx="777240" cy="0"/>
          </a:xfrm>
          <a:prstGeom prst="line">
            <a:avLst/>
          </a:prstGeom>
          <a:ln w="31750">
            <a:solidFill>
              <a:srgbClr val="0F7C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332720" y="3383280"/>
            <a:ext cx="274320" cy="0"/>
          </a:xfrm>
          <a:prstGeom prst="line">
            <a:avLst/>
          </a:prstGeom>
          <a:ln w="31750">
            <a:solidFill>
              <a:srgbClr val="0F7C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63640" y="3931920"/>
            <a:ext cx="5394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B36"/>
                </a:solidFill>
                <a:latin typeface="Arial"/>
              </a:rPr>
              <a:t>1. The processor writes the data straight to the MRAM address, 4 bytes at a time, without waiting.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22B36"/>
                </a:solidFill>
                <a:latin typeface="Arial"/>
              </a:rPr>
              <a:t>2. Pieces smaller than 4 bytes: the driver reads the 4 bytes around them, changes them and writes them back.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Which one should I use?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206240"/>
                <a:gridCol w="4206240"/>
              </a:tblGrid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Question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Switch OFF (default)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Switch ON</a:t>
                      </a:r>
                    </a:p>
                  </a:txBody>
                  <a:tcPr>
                    <a:solidFill>
                      <a:srgbClr val="0F7C8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22B36"/>
                          </a:solidFill>
                          <a:latin typeface="Arial"/>
                        </a:rPr>
                        <a:t>Who does the writing?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B36"/>
                          </a:solidFill>
                          <a:latin typeface="Arial"/>
                        </a:rPr>
                        <a:t>The memory controller. The processor hands it the data (up to 256 bytes at a time), then waits until the controller says the data is in the memory.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B36"/>
                          </a:solidFill>
                          <a:latin typeface="Arial"/>
                        </a:rPr>
                        <a:t>The processor. It writes the data straight to the memory address, 4 bytes at a time, and continues with other work sooner; the controller finishes the writing in the background.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22B36"/>
                          </a:solidFill>
                          <a:latin typeface="Arial"/>
                        </a:rPr>
                        <a:t>When do I find out that a write failed?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B36"/>
                          </a:solidFill>
                          <a:latin typeface="Arial"/>
                        </a:rPr>
                        <a:t>Immediately: after each write the controller reports "done" or "error", so the driver knows exactly which write failed.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B36"/>
                          </a:solidFill>
                          <a:latin typeface="Arial"/>
                        </a:rPr>
                        <a:t>Only at the end: the driver checks the error registers after the whole write, so it knows that something failed, but not exactly which part.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22B36"/>
                          </a:solidFill>
                          <a:latin typeface="Arial"/>
                        </a:rPr>
                        <a:t>Several processors writing at the same time?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B36"/>
                          </a:solidFill>
                          <a:latin typeface="Arial"/>
                        </a:rPr>
                        <a:t>Safe: a processor must first reserve a write slot of the controller; the others wait until it is free again.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B36"/>
                          </a:solidFill>
                          <a:latin typeface="Arial"/>
                        </a:rPr>
                        <a:t>Not safe by itself: nothing makes the processors wait for each other, so your software must make them take turns.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22B36"/>
                          </a:solidFill>
                          <a:latin typeface="Arial"/>
                        </a:rPr>
                        <a:t>Small or odd-sized data (e.g. 1 byte)?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B36"/>
                          </a:solidFill>
                          <a:latin typeface="Arial"/>
                        </a:rPr>
                        <a:t>Easy: the controller changes only the bytes you write inside the page.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B36"/>
                          </a:solidFill>
                          <a:latin typeface="Arial"/>
                        </a:rPr>
                        <a:t>More work: the driver reads the 4 bytes around them, changes them and writes them back, so it is slower.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5074920"/>
            <a:ext cx="5394960" cy="7772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Choose OFF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the safe choice; use it if you are not sure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5074920"/>
            <a:ext cx="5394960" cy="777240"/>
          </a:xfrm>
          <a:prstGeom prst="roundRect">
            <a:avLst/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Choose ON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only one processor writes, and you want it free for other work sooner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672"/>
                </a:solidFill>
                <a:latin typeface="Arial"/>
              </a:rPr>
              <a:t>OFF = IPS path, ON = AXI path. Which one is faster overall must be measured on the target.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3520440" cy="45262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3154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Arial"/>
              </a:rPr>
              <a:t>Write 1 byte (e.g. a status flag)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3154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22B36"/>
                </a:solidFill>
                <a:latin typeface="Arial"/>
              </a:rPr>
              <a:t>Switch OFF: </a:t>
            </a:r>
            <a:r>
              <a:rPr sz="1200" b="0">
                <a:solidFill>
                  <a:srgbClr val="222B36"/>
                </a:solidFill>
                <a:latin typeface="Arial"/>
              </a:rPr>
              <a:t>One command; the controller merges the byte into its page. Memory written once.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3154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22B36"/>
                </a:solidFill>
                <a:latin typeface="Arial"/>
              </a:rPr>
              <a:t>Switch ON: </a:t>
            </a:r>
            <a:r>
              <a:rPr sz="1200" b="0">
                <a:solidFill>
                  <a:srgbClr val="222B36"/>
                </a:solidFill>
                <a:latin typeface="Arial"/>
              </a:rPr>
              <a:t>Empties the buffers, reads 4 bytes, writes them back, empties the buffers again. Memory written once, but more steps.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3154680" cy="6858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OFF is simpler and likely faster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80160"/>
            <a:ext cx="3520440" cy="45262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417320"/>
            <a:ext cx="3154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Arial"/>
              </a:rPr>
              <a:t>Write 256 bytes, 4-byte aligned (e.g. a data block)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240280"/>
            <a:ext cx="3154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22B36"/>
                </a:solidFill>
                <a:latin typeface="Arial"/>
              </a:rPr>
              <a:t>Switch OFF: </a:t>
            </a:r>
            <a:r>
              <a:rPr sz="1200" b="0">
                <a:solidFill>
                  <a:srgbClr val="222B36"/>
                </a:solidFill>
                <a:latin typeface="Arial"/>
              </a:rPr>
              <a:t>One command of 8 pages; the processor waits for the confirmation. Memory: 2 write operations.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611880"/>
            <a:ext cx="3154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22B36"/>
                </a:solidFill>
                <a:latin typeface="Arial"/>
              </a:rPr>
              <a:t>Switch ON: </a:t>
            </a:r>
            <a:r>
              <a:rPr sz="1200" b="0">
                <a:solidFill>
                  <a:srgbClr val="222B36"/>
                </a:solidFill>
                <a:latin typeface="Arial"/>
              </a:rPr>
              <a:t>64 direct writes of 4 bytes; the processor moves on sooner. Memory: 8 write operations.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4983480"/>
            <a:ext cx="3154680" cy="685800"/>
          </a:xfrm>
          <a:prstGeom prst="roundRect">
            <a:avLst/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ON frees the processor sooner; total time must be measured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80160"/>
            <a:ext cx="3520440" cy="45262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17320"/>
            <a:ext cx="3154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Arial"/>
              </a:rPr>
              <a:t>Two processors write MRAM at the same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240280"/>
            <a:ext cx="3154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22B36"/>
                </a:solidFill>
                <a:latin typeface="Arial"/>
              </a:rPr>
              <a:t>Switch OFF: </a:t>
            </a:r>
            <a:r>
              <a:rPr sz="1200" b="0">
                <a:solidFill>
                  <a:srgbClr val="222B36"/>
                </a:solidFill>
                <a:latin typeface="Arial"/>
              </a:rPr>
              <a:t>Safe: the controller lets one write in at a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611880"/>
            <a:ext cx="3154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22B36"/>
                </a:solidFill>
                <a:latin typeface="Arial"/>
              </a:rPr>
              <a:t>Switch ON: </a:t>
            </a:r>
            <a:r>
              <a:rPr sz="1200" b="0">
                <a:solidFill>
                  <a:srgbClr val="222B36"/>
                </a:solidFill>
                <a:latin typeface="Arial"/>
              </a:rPr>
              <a:t>Your software must make them take turns.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4983480"/>
            <a:ext cx="3154680" cy="6858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OFF, unless you already coordinate the writers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672"/>
                </a:solidFill>
                <a:latin typeface="Arial"/>
              </a:rPr>
              <a:t>Same on both paths: partition locks, cache handling and error reporting.   Switch ON: keep the source data outside MRAM.   Every write wears the MRAM: write whole 32-byte pages when you can.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Built-in self-tests of the MRAM (UTest)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22B36"/>
                </a:solidFill>
                <a:latin typeface="Arial"/>
              </a:rPr>
              <a:t>Next to your data, the MRAM stores a few extra </a:t>
            </a:r>
            <a:r>
              <a:rPr sz="1250" b="1">
                <a:solidFill>
                  <a:srgbClr val="222B36"/>
                </a:solidFill>
                <a:latin typeface="Arial"/>
              </a:rPr>
              <a:t>check bits</a:t>
            </a:r>
            <a:r>
              <a:rPr sz="1250" b="0">
                <a:solidFill>
                  <a:srgbClr val="222B36"/>
                </a:solidFill>
                <a:latin typeface="Arial"/>
              </a:rPr>
              <a:t>. With them it can repair small errors when it reads, and raise an alarm for errors it cannot repair.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222B36"/>
                </a:solidFill>
                <a:latin typeface="Arial"/>
              </a:rPr>
              <a:t>UTest checks that these protection circuits still work; your data is not changed.  Switch: </a:t>
            </a:r>
            <a:r>
              <a:rPr sz="1250" b="1">
                <a:solidFill>
                  <a:srgbClr val="222B36"/>
                </a:solidFill>
                <a:latin typeface="Arial"/>
              </a:rPr>
              <a:t>MemHwUTestService</a:t>
            </a:r>
            <a:r>
              <a:rPr sz="1250" b="0">
                <a:solidFill>
                  <a:srgbClr val="222B36"/>
                </a:solidFill>
                <a:latin typeface="Arial"/>
              </a:rPr>
              <a:t> (default OFF). Typical use: at start-up or periodically, as your safety concept requires.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240280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5120640"/>
                <a:gridCol w="3474720"/>
              </a:tblGrid>
              <a:tr h="5791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What it does</a:t>
                      </a:r>
                    </a:p>
                  </a:txBody>
                  <a:tcPr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T="36576" marB="36576">
                    <a:solidFill>
                      <a:srgbClr val="1F3A5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22B36"/>
                          </a:solidFill>
                          <a:latin typeface="Arial"/>
                        </a:rPr>
                        <a:t>Array integrity check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B36"/>
                          </a:solidFill>
                          <a:latin typeface="Arial"/>
                        </a:rPr>
                        <a:t>Reads a whole memory area and combines every word into one short number, a signature. If even one bit in the area is different, the signature is different.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B36"/>
                          </a:solidFill>
                          <a:latin typeface="Arial"/>
                        </a:rPr>
                        <a:t>Compare it with the signature you expect (e.g. calculated when the area was programmed). Equal = the area reads back correctly.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22B36"/>
                          </a:solidFill>
                          <a:latin typeface="Arial"/>
                        </a:rPr>
                        <a:t>ECC logic check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B36"/>
                          </a:solidFill>
                          <a:latin typeface="Arial"/>
                        </a:rPr>
                        <a:t>The repair circuit uses the check bits to fix up to 3 wrong bits per read. The test feeds it data with wrong bits on purpose.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B36"/>
                          </a:solidFill>
                          <a:latin typeface="Arial"/>
                        </a:rPr>
                        <a:t>Shows whether it repaired 1, 2 or 3 bits, or reported 4.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22B36"/>
                          </a:solidFill>
                          <a:latin typeface="Arial"/>
                        </a:rPr>
                        <a:t>EDC-after-ECC logic check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B36"/>
                          </a:solidFill>
                          <a:latin typeface="Arial"/>
                        </a:rPr>
                        <a:t>A second checker verifies the data again after the repair, to catch a repair that went wrong. The test gives it bad data on purpose.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B36"/>
                          </a:solidFill>
                          <a:latin typeface="Arial"/>
                        </a:rPr>
                        <a:t>Shows whether the second checker raised the alarm.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22B36"/>
                          </a:solidFill>
                          <a:latin typeface="Arial"/>
                        </a:rPr>
                        <a:t>Address-encode logic check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B36"/>
                          </a:solidFill>
                          <a:latin typeface="Arial"/>
                        </a:rPr>
                        <a:t>The address is mixed into the check bits, so data read from the wrong place does not match. The test changes address bits on purpose.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B36"/>
                          </a:solidFill>
                          <a:latin typeface="Arial"/>
                        </a:rPr>
                        <a:t>Shows whether the wrong address was detected.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22B36"/>
                          </a:solidFill>
                          <a:latin typeface="Arial"/>
                        </a:rPr>
                        <a:t>Reference recovery and refresh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B36"/>
                          </a:solidFill>
                          <a:latin typeface="Arial"/>
                        </a:rPr>
                        <a:t>The MRAM decides 0 or 1 by comparing each bit with internal reference cells. This operation refreshes those cells.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B36"/>
                          </a:solidFill>
                          <a:latin typeface="Arial"/>
                        </a:rPr>
                        <a:t>Done or failed.</a:t>
                      </a:r>
                    </a:p>
                  </a:txBody>
                  <a:tcPr marT="36576" marB="36576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806440"/>
            <a:ext cx="11064240" cy="411480"/>
          </a:xfrm>
          <a:prstGeom prst="roundRect">
            <a:avLst/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While a test runs, the MRAM is in test mode: nothing else may use it.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Freescale PowerPoint Template&amp;quot;&quot;/&gt;&lt;property id=&quot;20307&quot; value=&quot;257&quot;/&gt;&lt;/object&gt;&lt;object type=&quot;3&quot; unique_id=&quot;10005&quot;&gt;&lt;property id=&quot;20148&quot; value=&quot;5&quot;/&gt;&lt;property id=&quot;20300&quot; value=&quot;Slide 2 - &amp;quot;Sample Slide: Text Only&amp;quot;&quot;/&gt;&lt;property id=&quot;20307&quot; value=&quot;260&quot;/&gt;&lt;/object&gt;&lt;object type=&quot;3&quot; unique_id=&quot;10006&quot;&gt;&lt;property id=&quot;20148&quot; value=&quot;5&quot;/&gt;&lt;property id=&quot;20300&quot; value=&quot;Slide 3 - &amp;quot;Sample Slide: Text + 1 Graphic&amp;quot;&quot;/&gt;&lt;property id=&quot;20307&quot; value=&quot;264&quot;/&gt;&lt;/object&gt;&lt;object type=&quot;3&quot; unique_id=&quot;10007&quot;&gt;&lt;property id=&quot;20148&quot; value=&quot;5&quot;/&gt;&lt;property id=&quot;20300&quot; value=&quot;Slide 4 - &amp;quot;Sample Slide: Text + 1 Graphic&amp;quot;&quot;/&gt;&lt;property id=&quot;20307&quot; value=&quot;265&quot;/&gt;&lt;/object&gt;&lt;object type=&quot;3&quot; unique_id=&quot;10008&quot;&gt;&lt;property id=&quot;20148&quot; value=&quot;5&quot;/&gt;&lt;property id=&quot;20300&quot; value=&quot;Slide 5 - &amp;quot;Sample Slide: Text + 2 Graphics&amp;quot;&quot;/&gt;&lt;property id=&quot;20307&quot; value=&quot;266&quot;/&gt;&lt;/object&gt;&lt;object type=&quot;3&quot; unique_id=&quot;10009&quot;&gt;&lt;property id=&quot;20148&quot; value=&quot;5&quot;/&gt;&lt;property id=&quot;20300&quot; value=&quot;Slide 6 - &amp;quot;Sample Slide: Text + 2 Graphics&amp;quot;&quot;/&gt;&lt;property id=&quot;20307&quot; value=&quot;267&quot;/&gt;&lt;/object&gt;&lt;object type=&quot;3&quot; unique_id=&quot;10010&quot;&gt;&lt;property id=&quot;20148&quot; value=&quot;5&quot;/&gt;&lt;property id=&quot;20300&quot; value=&quot;Slide 7 - &amp;quot;Sample Slide: Text + 3 Graphics&amp;quot;&quot;/&gt;&lt;property id=&quot;20307&quot; value=&quot;268&quot;/&gt;&lt;/object&gt;&lt;object type=&quot;3&quot; unique_id=&quot;10011&quot;&gt;&lt;property id=&quot;20148&quot; value=&quot;5&quot;/&gt;&lt;property id=&quot;20300&quot; value=&quot;Slide 8 - &amp;quot;Sample Slide: Text + 3 Graphics&amp;quot;&quot;/&gt;&lt;property id=&quot;20307&quot; value=&quot;269&quot;/&gt;&lt;/object&gt;&lt;object type=&quot;3&quot; unique_id=&quot;10012&quot;&gt;&lt;property id=&quot;20148&quot; value=&quot;5&quot;/&gt;&lt;property id=&quot;20300&quot; value=&quot;Slide 9 - &amp;quot;Sample Slide: Text and Logos&amp;quot;&quot;/&gt;&lt;property id=&quot;20307&quot; value=&quot;270&quot;/&gt;&lt;/object&gt;&lt;object type=&quot;3&quot; unique_id=&quot;10013&quot;&gt;&lt;property id=&quot;20148&quot; value=&quot;5&quot;/&gt;&lt;property id=&quot;20300&quot; value=&quot;Slide 10 - &amp;quot;Sample Slide: Text and Logos&amp;quot;&quot;/&gt;&lt;property id=&quot;20307&quot; value=&quot;271&quot;/&gt;&lt;/object&gt;&lt;object type=&quot;3&quot; unique_id=&quot;10014&quot;&gt;&lt;property id=&quot;20148&quot; value=&quot;5&quot;/&gt;&lt;property id=&quot;20300&quot; value=&quot;Slide 11 - &amp;quot;Sample Slide: Bar Graph&amp;quot;&quot;/&gt;&lt;property id=&quot;20307&quot; value=&quot;276&quot;/&gt;&lt;/object&gt;&lt;object type=&quot;3&quot; unique_id=&quot;10015&quot;&gt;&lt;property id=&quot;20148&quot; value=&quot;5&quot;/&gt;&lt;property id=&quot;20300&quot; value=&quot;Slide 12 - &amp;quot;Sample Slide: Bar Graph Quadrant&amp;quot;&quot;/&gt;&lt;property id=&quot;20307&quot; value=&quot;296&quot;/&gt;&lt;/object&gt;&lt;object type=&quot;3&quot; unique_id=&quot;10016&quot;&gt;&lt;property id=&quot;20148&quot; value=&quot;5&quot;/&gt;&lt;property id=&quot;20300&quot; value=&quot;Slide 13 - &amp;quot;Sample Slide: Pie Graph&amp;quot;&quot;/&gt;&lt;property id=&quot;20307&quot; value=&quot;277&quot;/&gt;&lt;/object&gt;&lt;object type=&quot;3&quot; unique_id=&quot;10017&quot;&gt;&lt;property id=&quot;20148&quot; value=&quot;5&quot;/&gt;&lt;property id=&quot;20300&quot; value=&quot;Slide 14 - &amp;quot;Sample Slide: Line Graph Quadrant&amp;quot;&quot;/&gt;&lt;property id=&quot;20307&quot; value=&quot;278&quot;/&gt;&lt;/object&gt;&lt;object type=&quot;3&quot; unique_id=&quot;10018&quot;&gt;&lt;property id=&quot;20148&quot; value=&quot;5&quot;/&gt;&lt;property id=&quot;20300&quot; value=&quot;Slide 15 - &amp;quot;Sample Slide: Line Graph&amp;quot;&quot;/&gt;&lt;property id=&quot;20307&quot; value=&quot;297&quot;/&gt;&lt;/object&gt;&lt;object type=&quot;3&quot; unique_id=&quot;10019&quot;&gt;&lt;property id=&quot;20148&quot; value=&quot;5&quot;/&gt;&lt;property id=&quot;20300&quot; value=&quot;Slide 16 - &amp;quot;Sample Slide: Diagram Slide&amp;quot;&quot;/&gt;&lt;property id=&quot;20307&quot; value=&quot;283&quot;/&gt;&lt;/object&gt;&lt;object type=&quot;3&quot; unique_id=&quot;10020&quot;&gt;&lt;property id=&quot;20148&quot; value=&quot;5&quot;/&gt;&lt;property id=&quot;20300&quot; value=&quot;Slide 17&quot;/&gt;&lt;property id=&quot;20307&quot; value=&quot;287&quot;/&gt;&lt;/object&gt;&lt;object type=&quot;3&quot; unique_id=&quot;10021&quot;&gt;&lt;property id=&quot;20148&quot; value=&quot;5&quot;/&gt;&lt;property id=&quot;20300&quot; value=&quot;Slide 18 - &amp;quot;Sample Slide: Text Treatments&amp;quot;&quot;/&gt;&lt;property id=&quot;20307&quot; value=&quot;289&quot;/&gt;&lt;/object&gt;&lt;object type=&quot;3&quot; unique_id=&quot;10022&quot;&gt;&lt;property id=&quot;20148&quot; value=&quot;5&quot;/&gt;&lt;property id=&quot;20300&quot; value=&quot;Slide 19 - &amp;quot;Sample Slide: Timeline&amp;quot;&quot;/&gt;&lt;property id=&quot;20307&quot; value=&quot;290&quot;/&gt;&lt;/object&gt;&lt;object type=&quot;3&quot; unique_id=&quot;10023&quot;&gt;&lt;property id=&quot;20148&quot; value=&quot;5&quot;/&gt;&lt;property id=&quot;20300&quot; value=&quot;Slide 20 - &amp;quot;Sample Slide: Timeline 2&amp;quot;&quot;/&gt;&lt;property id=&quot;20307&quot; value=&quot;294&quot;/&gt;&lt;/object&gt;&lt;object type=&quot;3&quot; unique_id=&quot;10024&quot;&gt;&lt;property id=&quot;20148&quot; value=&quot;5&quot;/&gt;&lt;property id=&quot;20300&quot; value=&quot;Slide 21 - &amp;quot;Sample Slide: Charts&amp;quot;&quot;/&gt;&lt;property id=&quot;20307&quot; value=&quot;295&quot;/&gt;&lt;/object&gt;&lt;object type=&quot;3&quot; unique_id=&quot;10025&quot;&gt;&lt;property id=&quot;20148&quot; value=&quot;5&quot;/&gt;&lt;property id=&quot;20300&quot; value=&quot;Slide 22 - &amp;quot;New Freescale Colors&amp;quot;&quot;/&gt;&lt;property id=&quot;20307&quot; value=&quot;293&quot;/&gt;&lt;/object&gt;&lt;object type=&quot;3&quot; unique_id=&quot;10026&quot;&gt;&lt;property id=&quot;20148&quot; value=&quot;5&quot;/&gt;&lt;property id=&quot;20300&quot; value=&quot;Slide 23 - &amp;quot;Sample Slide: Blank White Page&amp;quot;&quot;/&gt;&lt;property id=&quot;20307&quot; value=&quot;288&quot;/&gt;&lt;/object&gt;&lt;object type=&quot;3&quot; unique_id=&quot;10027&quot;&gt;&lt;property id=&quot;20148&quot; value=&quot;5&quot;/&gt;&lt;property id=&quot;20300&quot; value=&quot;Slide 24&quot;/&gt;&lt;property id=&quot;20307&quot; value=&quot;291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Master Content Slide">
  <a:themeElements>
    <a:clrScheme name="9616_nxpCOLORSFINAL">
      <a:dk1>
        <a:srgbClr val="000000"/>
      </a:dk1>
      <a:lt1>
        <a:sysClr val="window" lastClr="FFFFFF"/>
      </a:lt1>
      <a:dk2>
        <a:srgbClr val="969696"/>
      </a:dk2>
      <a:lt2>
        <a:srgbClr val="FFFFFF"/>
      </a:lt2>
      <a:accent1>
        <a:srgbClr val="4895D4"/>
      </a:accent1>
      <a:accent2>
        <a:srgbClr val="223C8D"/>
      </a:accent2>
      <a:accent3>
        <a:srgbClr val="4D2587"/>
      </a:accent3>
      <a:accent4>
        <a:srgbClr val="95B814"/>
      </a:accent4>
      <a:accent5>
        <a:srgbClr val="FE950A"/>
      </a:accent5>
      <a:accent6>
        <a:srgbClr val="E00E4F"/>
      </a:accent6>
      <a:hlink>
        <a:srgbClr val="4895D4"/>
      </a:hlink>
      <a:folHlink>
        <a:srgbClr val="2C975B"/>
      </a:folHlink>
    </a:clrScheme>
    <a:fontScheme name="Master_PPT_Confident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7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91440" tIns="45720" rIns="91440" rtlCol="0" anchor="t">
        <a:noAutofit/>
      </a:bodyPr>
      <a:lstStyle>
        <a:defPPr>
          <a:defRPr sz="2200" dirty="0" err="1" smtClean="0">
            <a:solidFill>
              <a:schemeClr val="tx1"/>
            </a:solidFill>
          </a:defRPr>
        </a:defPPr>
      </a:lstStyle>
    </a:txDef>
  </a:objectDefaults>
  <a:extraClrSchemeLst>
    <a:extraClrScheme>
      <a:clrScheme name="Master_PPT_Confidential 1">
        <a:dk1>
          <a:srgbClr val="000000"/>
        </a:dk1>
        <a:lt1>
          <a:srgbClr val="FFFFFF"/>
        </a:lt1>
        <a:dk2>
          <a:srgbClr val="000000"/>
        </a:dk2>
        <a:lt2>
          <a:srgbClr val="DAD1C6"/>
        </a:lt2>
        <a:accent1>
          <a:srgbClr val="00608B"/>
        </a:accent1>
        <a:accent2>
          <a:srgbClr val="73BFD7"/>
        </a:accent2>
        <a:accent3>
          <a:srgbClr val="FFFFFF"/>
        </a:accent3>
        <a:accent4>
          <a:srgbClr val="000000"/>
        </a:accent4>
        <a:accent5>
          <a:srgbClr val="AAB6C4"/>
        </a:accent5>
        <a:accent6>
          <a:srgbClr val="68ADC3"/>
        </a:accent6>
        <a:hlink>
          <a:srgbClr val="998875"/>
        </a:hlink>
        <a:folHlink>
          <a:srgbClr val="C3CC5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ogo Slide">
  <a:themeElements>
    <a:clrScheme name="9616_nxpCOLORSFINAL">
      <a:dk1>
        <a:srgbClr val="000000"/>
      </a:dk1>
      <a:lt1>
        <a:sysClr val="window" lastClr="FFFFFF"/>
      </a:lt1>
      <a:dk2>
        <a:srgbClr val="969696"/>
      </a:dk2>
      <a:lt2>
        <a:srgbClr val="FFFFFF"/>
      </a:lt2>
      <a:accent1>
        <a:srgbClr val="4895D4"/>
      </a:accent1>
      <a:accent2>
        <a:srgbClr val="223C8D"/>
      </a:accent2>
      <a:accent3>
        <a:srgbClr val="4D2587"/>
      </a:accent3>
      <a:accent4>
        <a:srgbClr val="95B814"/>
      </a:accent4>
      <a:accent5>
        <a:srgbClr val="FE950A"/>
      </a:accent5>
      <a:accent6>
        <a:srgbClr val="E00E4F"/>
      </a:accent6>
      <a:hlink>
        <a:srgbClr val="4895D4"/>
      </a:hlink>
      <a:folHlink>
        <a:srgbClr val="2C975B"/>
      </a:folHlink>
    </a:clrScheme>
    <a:fontScheme name="1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7D8482F06FAD40BF7952CEC3AECDAE" ma:contentTypeVersion="17" ma:contentTypeDescription="Create a new document." ma:contentTypeScope="" ma:versionID="ccb542c077980136023eb8f990d57824">
  <xsd:schema xmlns:xsd="http://www.w3.org/2001/XMLSchema" xmlns:xs="http://www.w3.org/2001/XMLSchema" xmlns:p="http://schemas.microsoft.com/office/2006/metadata/properties" xmlns:ns2="37873388-5770-4fd8-ac41-e47f3bf5f9a7" xmlns:ns3="e1f6981d-76f7-43e8-8e0f-fdd237a941e5" xmlns:ns4="c4672b8b-43e2-4139-8cd1-27ad03f081e7" targetNamespace="http://schemas.microsoft.com/office/2006/metadata/properties" ma:root="true" ma:fieldsID="14cc7435ea61eaee6bb5e66797da3897" ns2:_="" ns3:_="" ns4:_="">
    <xsd:import namespace="37873388-5770-4fd8-ac41-e47f3bf5f9a7"/>
    <xsd:import namespace="e1f6981d-76f7-43e8-8e0f-fdd237a941e5"/>
    <xsd:import namespace="c4672b8b-43e2-4139-8cd1-27ad03f081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873388-5770-4fd8-ac41-e47f3bf5f9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ae9cabe-f4d8-44ae-a6f0-8d11cb15c1a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f6981d-76f7-43e8-8e0f-fdd237a941e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672b8b-43e2-4139-8cd1-27ad03f081e7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df532763-6c9c-4c47-ae83-d718abb0f54e}" ma:internalName="TaxCatchAll" ma:showField="CatchAllData" ma:web="e1f6981d-76f7-43e8-8e0f-fdd237a941e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7873388-5770-4fd8-ac41-e47f3bf5f9a7">
      <Terms xmlns="http://schemas.microsoft.com/office/infopath/2007/PartnerControls"/>
    </lcf76f155ced4ddcb4097134ff3c332f>
    <TaxCatchAll xmlns="c4672b8b-43e2-4139-8cd1-27ad03f081e7" xsi:nil="true"/>
  </documentManagement>
</p:properties>
</file>

<file path=customXml/itemProps1.xml><?xml version="1.0" encoding="utf-8"?>
<ds:datastoreItem xmlns:ds="http://schemas.openxmlformats.org/officeDocument/2006/customXml" ds:itemID="{A50DE6A1-7E50-46B6-A758-7C930D5D851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333A33C-2369-4B74-B2EA-E77D217A89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873388-5770-4fd8-ac41-e47f3bf5f9a7"/>
    <ds:schemaRef ds:uri="e1f6981d-76f7-43e8-8e0f-fdd237a941e5"/>
    <ds:schemaRef ds:uri="c4672b8b-43e2-4139-8cd1-27ad03f081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2913BDE-1087-4A55-BD07-B6B290719E0A}">
  <ds:schemaRefs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elements/1.1/"/>
    <ds:schemaRef ds:uri="http://purl.org/dc/terms/"/>
    <ds:schemaRef ds:uri="http://purl.org/dc/dcmitype/"/>
    <ds:schemaRef ds:uri="37873388-5770-4fd8-ac41-e47f3bf5f9a7"/>
    <ds:schemaRef ds:uri="e1f6981d-76f7-43e8-8e0f-fdd237a941e5"/>
    <ds:schemaRef ds:uri="http://schemas.openxmlformats.org/package/2006/metadata/core-properties"/>
    <ds:schemaRef ds:uri="c4672b8b-43e2-4139-8cd1-27ad03f081e7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0fe8613d-3e90-498a-94a6-17eae50508dd}" enabled="1" method="Privileged" siteId="{686ea1d3-bc2b-4c6f-a92c-d99c5c301635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145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Arial</vt:lpstr>
      <vt:lpstr>Wingdings</vt:lpstr>
      <vt:lpstr>Master Content Slide</vt:lpstr>
      <vt:lpstr>Logo Slide</vt:lpstr>
      <vt:lpstr>Document</vt:lpstr>
      <vt:lpstr> Multicore implementation on MEMACC / Mem Drivers</vt:lpstr>
      <vt:lpstr>Glossary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Nxp corporate  template, INTERNAL PROPRIETARY</dc:title>
  <dc:creator>Strobel Lindsey-RLS02C</dc:creator>
  <cp:lastModifiedBy>Levent Menadil</cp:lastModifiedBy>
  <cp:revision>70</cp:revision>
  <dcterms:created xsi:type="dcterms:W3CDTF">2012-11-14T23:25:03Z</dcterms:created>
  <dcterms:modified xsi:type="dcterms:W3CDTF">2026-10-01T00:35:26Z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0x010100F07D8482F06FAD40BF7952CEC3AECDAE</vt:lpwstr>
  </property>
  <property fmtid="{D5CDD505-2E9C-101B-9397-08002B2CF9AE}" pid="3" name="_dlc_DocIdItemGuid">
    <vt:lpwstr>6b51e17e-1232-4bb2-8060-d135bcf02ac3</vt:lpwstr>
  </property>
  <property fmtid="{D5CDD505-2E9C-101B-9397-08002B2CF9AE}" pid="4" name="ClassificationContentMarkingFooterLocations">
    <vt:lpwstr>Master Content Slide:3\Logo Slide:3</vt:lpwstr>
  </property>
  <property fmtid="{D5CDD505-2E9C-101B-9397-08002B2CF9AE}" pid="5" name="ClassificationContentMarkingFooterText">
    <vt:lpwstr>NXP Internal</vt:lpwstr>
  </property>
</Properties>
</file>